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483" r:id="rId5"/>
    <p:sldId id="485" r:id="rId6"/>
    <p:sldId id="487" r:id="rId7"/>
    <p:sldId id="488" r:id="rId8"/>
    <p:sldId id="484" r:id="rId9"/>
  </p:sldIdLst>
  <p:sldSz cx="9144000" cy="5143500" type="screen16x9"/>
  <p:notesSz cx="7104063" cy="10234613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1A4980B-7FB4-48CA-9F1A-BB115A67FCD4}">
          <p14:sldIdLst>
            <p14:sldId id="483"/>
            <p14:sldId id="485"/>
            <p14:sldId id="487"/>
            <p14:sldId id="488"/>
            <p14:sldId id="4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5507">
          <p15:clr>
            <a:srgbClr val="A4A3A4"/>
          </p15:clr>
        </p15:guide>
        <p15:guide id="4" pos="27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mphuis, V. (Vincent)" initials="KV(" lastIdx="35" clrIdx="0">
    <p:extLst>
      <p:ext uri="{19B8F6BF-5375-455C-9EA6-DF929625EA0E}">
        <p15:presenceInfo xmlns:p15="http://schemas.microsoft.com/office/powerpoint/2012/main" userId="S-1-5-21-1104492580-2141259050-3462381582-508158" providerId="AD"/>
      </p:ext>
    </p:extLst>
  </p:cmAuthor>
  <p:cmAuthor id="2" name="Matthijssen, E.F. (Edwin)" initials="ME(" lastIdx="3" clrIdx="1">
    <p:extLst>
      <p:ext uri="{19B8F6BF-5375-455C-9EA6-DF929625EA0E}">
        <p15:presenceInfo xmlns:p15="http://schemas.microsoft.com/office/powerpoint/2012/main" userId="S-1-5-21-1104492580-2141259050-3462381582-571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8000"/>
    <a:srgbClr val="8064A2"/>
    <a:srgbClr val="000000"/>
    <a:srgbClr val="BCE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3" autoAdjust="0"/>
    <p:restoredTop sz="93420" autoAdjust="0"/>
  </p:normalViewPr>
  <p:slideViewPr>
    <p:cSldViewPr snapToGrid="0" snapToObjects="1">
      <p:cViewPr varScale="1">
        <p:scale>
          <a:sx n="136" d="100"/>
          <a:sy n="136" d="100"/>
        </p:scale>
        <p:origin x="1122" y="120"/>
      </p:cViewPr>
      <p:guideLst>
        <p:guide orient="horz" pos="1620"/>
        <p:guide pos="2880"/>
        <p:guide pos="5507"/>
        <p:guide pos="272"/>
      </p:guideLst>
    </p:cSldViewPr>
  </p:slideViewPr>
  <p:outlineViewPr>
    <p:cViewPr>
      <p:scale>
        <a:sx n="33" d="100"/>
        <a:sy n="33" d="100"/>
      </p:scale>
      <p:origin x="0" y="-5031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jssen, E.F. (Edwin)" userId="8d4e608b-3f6b-44ad-9067-0ad31afb1451" providerId="ADAL" clId="{74267C34-F97A-42E3-8188-E0CB8CECED25}"/>
    <pc:docChg chg="delSld modSection">
      <pc:chgData name="Matthijssen, E.F. (Edwin)" userId="8d4e608b-3f6b-44ad-9067-0ad31afb1451" providerId="ADAL" clId="{74267C34-F97A-42E3-8188-E0CB8CECED25}" dt="2020-03-12T13:03:17.844" v="18" actId="2696"/>
      <pc:docMkLst>
        <pc:docMk/>
      </pc:docMkLst>
      <pc:sldChg chg="del">
        <pc:chgData name="Matthijssen, E.F. (Edwin)" userId="8d4e608b-3f6b-44ad-9067-0ad31afb1451" providerId="ADAL" clId="{74267C34-F97A-42E3-8188-E0CB8CECED25}" dt="2020-03-12T13:03:08.978" v="0" actId="2696"/>
        <pc:sldMkLst>
          <pc:docMk/>
          <pc:sldMk cId="4226932015" sldId="256"/>
        </pc:sldMkLst>
      </pc:sldChg>
      <pc:sldChg chg="del">
        <pc:chgData name="Matthijssen, E.F. (Edwin)" userId="8d4e608b-3f6b-44ad-9067-0ad31afb1451" providerId="ADAL" clId="{74267C34-F97A-42E3-8188-E0CB8CECED25}" dt="2020-03-12T13:03:10.322" v="3" actId="2696"/>
        <pc:sldMkLst>
          <pc:docMk/>
          <pc:sldMk cId="1012803403" sldId="413"/>
        </pc:sldMkLst>
      </pc:sldChg>
      <pc:sldChg chg="del">
        <pc:chgData name="Matthijssen, E.F. (Edwin)" userId="8d4e608b-3f6b-44ad-9067-0ad31afb1451" providerId="ADAL" clId="{74267C34-F97A-42E3-8188-E0CB8CECED25}" dt="2020-03-12T13:03:17.844" v="18" actId="2696"/>
        <pc:sldMkLst>
          <pc:docMk/>
          <pc:sldMk cId="1928055534" sldId="437"/>
        </pc:sldMkLst>
      </pc:sldChg>
      <pc:sldChg chg="del">
        <pc:chgData name="Matthijssen, E.F. (Edwin)" userId="8d4e608b-3f6b-44ad-9067-0ad31afb1451" providerId="ADAL" clId="{74267C34-F97A-42E3-8188-E0CB8CECED25}" dt="2020-03-12T13:03:09.951" v="2" actId="2696"/>
        <pc:sldMkLst>
          <pc:docMk/>
          <pc:sldMk cId="1540801183" sldId="452"/>
        </pc:sldMkLst>
      </pc:sldChg>
      <pc:sldChg chg="del">
        <pc:chgData name="Matthijssen, E.F. (Edwin)" userId="8d4e608b-3f6b-44ad-9067-0ad31afb1451" providerId="ADAL" clId="{74267C34-F97A-42E3-8188-E0CB8CECED25}" dt="2020-03-12T13:03:09.412" v="1" actId="2696"/>
        <pc:sldMkLst>
          <pc:docMk/>
          <pc:sldMk cId="4244457178" sldId="464"/>
        </pc:sldMkLst>
      </pc:sldChg>
      <pc:sldChg chg="del">
        <pc:chgData name="Matthijssen, E.F. (Edwin)" userId="8d4e608b-3f6b-44ad-9067-0ad31afb1451" providerId="ADAL" clId="{74267C34-F97A-42E3-8188-E0CB8CECED25}" dt="2020-03-12T13:03:12.808" v="5" actId="2696"/>
        <pc:sldMkLst>
          <pc:docMk/>
          <pc:sldMk cId="3363715784" sldId="465"/>
        </pc:sldMkLst>
      </pc:sldChg>
      <pc:sldChg chg="del">
        <pc:chgData name="Matthijssen, E.F. (Edwin)" userId="8d4e608b-3f6b-44ad-9067-0ad31afb1451" providerId="ADAL" clId="{74267C34-F97A-42E3-8188-E0CB8CECED25}" dt="2020-03-12T13:03:12.545" v="4" actId="2696"/>
        <pc:sldMkLst>
          <pc:docMk/>
          <pc:sldMk cId="3063693388" sldId="471"/>
        </pc:sldMkLst>
      </pc:sldChg>
      <pc:sldChg chg="del">
        <pc:chgData name="Matthijssen, E.F. (Edwin)" userId="8d4e608b-3f6b-44ad-9067-0ad31afb1451" providerId="ADAL" clId="{74267C34-F97A-42E3-8188-E0CB8CECED25}" dt="2020-03-12T13:03:12.993" v="6" actId="2696"/>
        <pc:sldMkLst>
          <pc:docMk/>
          <pc:sldMk cId="2727168596" sldId="473"/>
        </pc:sldMkLst>
      </pc:sldChg>
      <pc:sldChg chg="del">
        <pc:chgData name="Matthijssen, E.F. (Edwin)" userId="8d4e608b-3f6b-44ad-9067-0ad31afb1451" providerId="ADAL" clId="{74267C34-F97A-42E3-8188-E0CB8CECED25}" dt="2020-03-12T13:03:14.512" v="11" actId="2696"/>
        <pc:sldMkLst>
          <pc:docMk/>
          <pc:sldMk cId="53105575" sldId="474"/>
        </pc:sldMkLst>
      </pc:sldChg>
      <pc:sldChg chg="del">
        <pc:chgData name="Matthijssen, E.F. (Edwin)" userId="8d4e608b-3f6b-44ad-9067-0ad31afb1451" providerId="ADAL" clId="{74267C34-F97A-42E3-8188-E0CB8CECED25}" dt="2020-03-12T13:03:13.215" v="7" actId="2696"/>
        <pc:sldMkLst>
          <pc:docMk/>
          <pc:sldMk cId="1968840664" sldId="476"/>
        </pc:sldMkLst>
      </pc:sldChg>
      <pc:sldChg chg="del">
        <pc:chgData name="Matthijssen, E.F. (Edwin)" userId="8d4e608b-3f6b-44ad-9067-0ad31afb1451" providerId="ADAL" clId="{74267C34-F97A-42E3-8188-E0CB8CECED25}" dt="2020-03-12T13:03:15.177" v="13" actId="2696"/>
        <pc:sldMkLst>
          <pc:docMk/>
          <pc:sldMk cId="306806440" sldId="477"/>
        </pc:sldMkLst>
      </pc:sldChg>
      <pc:sldChg chg="del">
        <pc:chgData name="Matthijssen, E.F. (Edwin)" userId="8d4e608b-3f6b-44ad-9067-0ad31afb1451" providerId="ADAL" clId="{74267C34-F97A-42E3-8188-E0CB8CECED25}" dt="2020-03-12T13:03:15.549" v="14" actId="2696"/>
        <pc:sldMkLst>
          <pc:docMk/>
          <pc:sldMk cId="883897946" sldId="479"/>
        </pc:sldMkLst>
      </pc:sldChg>
      <pc:sldChg chg="del">
        <pc:chgData name="Matthijssen, E.F. (Edwin)" userId="8d4e608b-3f6b-44ad-9067-0ad31afb1451" providerId="ADAL" clId="{74267C34-F97A-42E3-8188-E0CB8CECED25}" dt="2020-03-12T13:03:15.757" v="15" actId="2696"/>
        <pc:sldMkLst>
          <pc:docMk/>
          <pc:sldMk cId="2039805359" sldId="480"/>
        </pc:sldMkLst>
      </pc:sldChg>
      <pc:sldChg chg="del">
        <pc:chgData name="Matthijssen, E.F. (Edwin)" userId="8d4e608b-3f6b-44ad-9067-0ad31afb1451" providerId="ADAL" clId="{74267C34-F97A-42E3-8188-E0CB8CECED25}" dt="2020-03-12T13:03:16.548" v="16" actId="2696"/>
        <pc:sldMkLst>
          <pc:docMk/>
          <pc:sldMk cId="1429598653" sldId="481"/>
        </pc:sldMkLst>
      </pc:sldChg>
      <pc:sldChg chg="del">
        <pc:chgData name="Matthijssen, E.F. (Edwin)" userId="8d4e608b-3f6b-44ad-9067-0ad31afb1451" providerId="ADAL" clId="{74267C34-F97A-42E3-8188-E0CB8CECED25}" dt="2020-03-12T13:03:13.712" v="8" actId="2696"/>
        <pc:sldMkLst>
          <pc:docMk/>
          <pc:sldMk cId="826713223" sldId="482"/>
        </pc:sldMkLst>
      </pc:sldChg>
      <pc:sldChg chg="del">
        <pc:chgData name="Matthijssen, E.F. (Edwin)" userId="8d4e608b-3f6b-44ad-9067-0ad31afb1451" providerId="ADAL" clId="{74267C34-F97A-42E3-8188-E0CB8CECED25}" dt="2020-03-12T13:03:13.892" v="9" actId="2696"/>
        <pc:sldMkLst>
          <pc:docMk/>
          <pc:sldMk cId="2710628796" sldId="489"/>
        </pc:sldMkLst>
      </pc:sldChg>
      <pc:sldChg chg="del">
        <pc:chgData name="Matthijssen, E.F. (Edwin)" userId="8d4e608b-3f6b-44ad-9067-0ad31afb1451" providerId="ADAL" clId="{74267C34-F97A-42E3-8188-E0CB8CECED25}" dt="2020-03-12T13:03:14.170" v="10" actId="2696"/>
        <pc:sldMkLst>
          <pc:docMk/>
          <pc:sldMk cId="2386043424" sldId="490"/>
        </pc:sldMkLst>
      </pc:sldChg>
      <pc:sldChg chg="del">
        <pc:chgData name="Matthijssen, E.F. (Edwin)" userId="8d4e608b-3f6b-44ad-9067-0ad31afb1451" providerId="ADAL" clId="{74267C34-F97A-42E3-8188-E0CB8CECED25}" dt="2020-03-12T13:03:14.700" v="12" actId="2696"/>
        <pc:sldMkLst>
          <pc:docMk/>
          <pc:sldMk cId="1420699608" sldId="491"/>
        </pc:sldMkLst>
      </pc:sldChg>
      <pc:sldChg chg="del">
        <pc:chgData name="Matthijssen, E.F. (Edwin)" userId="8d4e608b-3f6b-44ad-9067-0ad31afb1451" providerId="ADAL" clId="{74267C34-F97A-42E3-8188-E0CB8CECED25}" dt="2020-03-12T13:03:16.925" v="17" actId="2696"/>
        <pc:sldMkLst>
          <pc:docMk/>
          <pc:sldMk cId="2023768650" sldId="492"/>
        </pc:sldMkLst>
      </pc:sldChg>
    </pc:docChg>
  </pc:docChgLst>
  <pc:docChgLst>
    <pc:chgData name="Matthijssen, E.F. (Edwin)" userId="8d4e608b-3f6b-44ad-9067-0ad31afb1451" providerId="ADAL" clId="{822CD817-290C-4AC1-AB19-C4D498D63F2E}"/>
    <pc:docChg chg="modSld modMainMaster modNotesMaster modHandout">
      <pc:chgData name="Matthijssen, E.F. (Edwin)" userId="8d4e608b-3f6b-44ad-9067-0ad31afb1451" providerId="ADAL" clId="{822CD817-290C-4AC1-AB19-C4D498D63F2E}" dt="2020-03-12T13:08:04.545" v="0"/>
      <pc:docMkLst>
        <pc:docMk/>
      </pc:docMkLst>
      <pc:sldChg chg="modSp">
        <pc:chgData name="Matthijssen, E.F. (Edwin)" userId="8d4e608b-3f6b-44ad-9067-0ad31afb1451" providerId="ADAL" clId="{822CD817-290C-4AC1-AB19-C4D498D63F2E}" dt="2020-03-12T13:08:04.545" v="0"/>
        <pc:sldMkLst>
          <pc:docMk/>
          <pc:sldMk cId="3201290546" sldId="483"/>
        </pc:sldMkLst>
        <pc:spChg chg="mod">
          <ac:chgData name="Matthijssen, E.F. (Edwin)" userId="8d4e608b-3f6b-44ad-9067-0ad31afb1451" providerId="ADAL" clId="{822CD817-290C-4AC1-AB19-C4D498D63F2E}" dt="2020-03-12T13:08:04.545" v="0"/>
          <ac:spMkLst>
            <pc:docMk/>
            <pc:sldMk cId="3201290546" sldId="483"/>
            <ac:spMk id="3" creationId="{BE8ABE2A-969C-4182-B18B-625F143D252B}"/>
          </ac:spMkLst>
        </pc:spChg>
      </pc:sldChg>
      <pc:sldChg chg="modSp">
        <pc:chgData name="Matthijssen, E.F. (Edwin)" userId="8d4e608b-3f6b-44ad-9067-0ad31afb1451" providerId="ADAL" clId="{822CD817-290C-4AC1-AB19-C4D498D63F2E}" dt="2020-03-12T13:08:04.545" v="0"/>
        <pc:sldMkLst>
          <pc:docMk/>
          <pc:sldMk cId="3152425730" sldId="484"/>
        </pc:sldMkLst>
        <pc:spChg chg="mod">
          <ac:chgData name="Matthijssen, E.F. (Edwin)" userId="8d4e608b-3f6b-44ad-9067-0ad31afb1451" providerId="ADAL" clId="{822CD817-290C-4AC1-AB19-C4D498D63F2E}" dt="2020-03-12T13:08:04.545" v="0"/>
          <ac:spMkLst>
            <pc:docMk/>
            <pc:sldMk cId="3152425730" sldId="484"/>
            <ac:spMk id="3" creationId="{BE8ABE2A-969C-4182-B18B-625F143D252B}"/>
          </ac:spMkLst>
        </pc:spChg>
      </pc:sldChg>
      <pc:sldChg chg="modSp">
        <pc:chgData name="Matthijssen, E.F. (Edwin)" userId="8d4e608b-3f6b-44ad-9067-0ad31afb1451" providerId="ADAL" clId="{822CD817-290C-4AC1-AB19-C4D498D63F2E}" dt="2020-03-12T13:08:04.545" v="0"/>
        <pc:sldMkLst>
          <pc:docMk/>
          <pc:sldMk cId="3705401723" sldId="485"/>
        </pc:sldMkLst>
        <pc:spChg chg="mod">
          <ac:chgData name="Matthijssen, E.F. (Edwin)" userId="8d4e608b-3f6b-44ad-9067-0ad31afb1451" providerId="ADAL" clId="{822CD817-290C-4AC1-AB19-C4D498D63F2E}" dt="2020-03-12T13:08:04.545" v="0"/>
          <ac:spMkLst>
            <pc:docMk/>
            <pc:sldMk cId="3705401723" sldId="485"/>
            <ac:spMk id="3" creationId="{BE8ABE2A-969C-4182-B18B-625F143D252B}"/>
          </ac:spMkLst>
        </pc:spChg>
      </pc:sldChg>
      <pc:sldChg chg="modSp">
        <pc:chgData name="Matthijssen, E.F. (Edwin)" userId="8d4e608b-3f6b-44ad-9067-0ad31afb1451" providerId="ADAL" clId="{822CD817-290C-4AC1-AB19-C4D498D63F2E}" dt="2020-03-12T13:08:04.545" v="0"/>
        <pc:sldMkLst>
          <pc:docMk/>
          <pc:sldMk cId="4007112720" sldId="487"/>
        </pc:sldMkLst>
        <pc:spChg chg="mod">
          <ac:chgData name="Matthijssen, E.F. (Edwin)" userId="8d4e608b-3f6b-44ad-9067-0ad31afb1451" providerId="ADAL" clId="{822CD817-290C-4AC1-AB19-C4D498D63F2E}" dt="2020-03-12T13:08:04.545" v="0"/>
          <ac:spMkLst>
            <pc:docMk/>
            <pc:sldMk cId="4007112720" sldId="487"/>
            <ac:spMk id="3" creationId="{BE8ABE2A-969C-4182-B18B-625F143D252B}"/>
          </ac:spMkLst>
        </pc:spChg>
      </pc:sldChg>
      <pc:sldChg chg="modSp">
        <pc:chgData name="Matthijssen, E.F. (Edwin)" userId="8d4e608b-3f6b-44ad-9067-0ad31afb1451" providerId="ADAL" clId="{822CD817-290C-4AC1-AB19-C4D498D63F2E}" dt="2020-03-12T13:08:04.545" v="0"/>
        <pc:sldMkLst>
          <pc:docMk/>
          <pc:sldMk cId="2589411325" sldId="488"/>
        </pc:sldMkLst>
        <pc:spChg chg="mod">
          <ac:chgData name="Matthijssen, E.F. (Edwin)" userId="8d4e608b-3f6b-44ad-9067-0ad31afb1451" providerId="ADAL" clId="{822CD817-290C-4AC1-AB19-C4D498D63F2E}" dt="2020-03-12T13:08:04.545" v="0"/>
          <ac:spMkLst>
            <pc:docMk/>
            <pc:sldMk cId="2589411325" sldId="488"/>
            <ac:spMk id="3" creationId="{BE8ABE2A-969C-4182-B18B-625F143D252B}"/>
          </ac:spMkLst>
        </pc:spChg>
      </pc:sldChg>
      <pc:sldMasterChg chg="modSp modSldLayout">
        <pc:chgData name="Matthijssen, E.F. (Edwin)" userId="8d4e608b-3f6b-44ad-9067-0ad31afb1451" providerId="ADAL" clId="{822CD817-290C-4AC1-AB19-C4D498D63F2E}" dt="2020-03-12T13:08:04.545" v="0"/>
        <pc:sldMasterMkLst>
          <pc:docMk/>
          <pc:sldMasterMk cId="1136566582" sldId="2147483648"/>
        </pc:sldMasterMkLst>
        <pc:spChg chg="mod">
          <ac:chgData name="Matthijssen, E.F. (Edwin)" userId="8d4e608b-3f6b-44ad-9067-0ad31afb1451" providerId="ADAL" clId="{822CD817-290C-4AC1-AB19-C4D498D63F2E}" dt="2020-03-12T13:08:04.545" v="0"/>
          <ac:spMkLst>
            <pc:docMk/>
            <pc:sldMasterMk cId="1136566582" sldId="2147483648"/>
            <ac:spMk id="2" creationId="{00000000-0000-0000-0000-000000000000}"/>
          </ac:spMkLst>
        </pc:spChg>
        <pc:sldLayoutChg chg="modSp">
          <pc:chgData name="Matthijssen, E.F. (Edwin)" userId="8d4e608b-3f6b-44ad-9067-0ad31afb1451" providerId="ADAL" clId="{822CD817-290C-4AC1-AB19-C4D498D63F2E}" dt="2020-03-12T13:08:04.545" v="0"/>
          <pc:sldLayoutMkLst>
            <pc:docMk/>
            <pc:sldMasterMk cId="1136566582" sldId="2147483648"/>
            <pc:sldLayoutMk cId="3608420951" sldId="2147483650"/>
          </pc:sldLayoutMkLst>
          <pc:spChg chg="mod">
            <ac:chgData name="Matthijssen, E.F. (Edwin)" userId="8d4e608b-3f6b-44ad-9067-0ad31afb1451" providerId="ADAL" clId="{822CD817-290C-4AC1-AB19-C4D498D63F2E}" dt="2020-03-12T13:08:04.545" v="0"/>
            <ac:spMkLst>
              <pc:docMk/>
              <pc:sldMasterMk cId="1136566582" sldId="2147483648"/>
              <pc:sldLayoutMk cId="3608420951" sldId="2147483650"/>
              <ac:spMk id="7" creationId="{00000000-0000-0000-0000-000000000000}"/>
            </ac:spMkLst>
          </pc:spChg>
        </pc:sldLayoutChg>
        <pc:sldLayoutChg chg="modSp">
          <pc:chgData name="Matthijssen, E.F. (Edwin)" userId="8d4e608b-3f6b-44ad-9067-0ad31afb1451" providerId="ADAL" clId="{822CD817-290C-4AC1-AB19-C4D498D63F2E}" dt="2020-03-12T13:08:04.545" v="0"/>
          <pc:sldLayoutMkLst>
            <pc:docMk/>
            <pc:sldMasterMk cId="1136566582" sldId="2147483648"/>
            <pc:sldLayoutMk cId="994438528" sldId="2147483652"/>
          </pc:sldLayoutMkLst>
          <pc:spChg chg="mod">
            <ac:chgData name="Matthijssen, E.F. (Edwin)" userId="8d4e608b-3f6b-44ad-9067-0ad31afb1451" providerId="ADAL" clId="{822CD817-290C-4AC1-AB19-C4D498D63F2E}" dt="2020-03-12T13:08:04.545" v="0"/>
            <ac:spMkLst>
              <pc:docMk/>
              <pc:sldMasterMk cId="1136566582" sldId="2147483648"/>
              <pc:sldLayoutMk cId="994438528" sldId="2147483652"/>
              <ac:spMk id="7" creationId="{00000000-0000-0000-0000-000000000000}"/>
            </ac:spMkLst>
          </pc:spChg>
        </pc:sldLayoutChg>
        <pc:sldLayoutChg chg="modSp">
          <pc:chgData name="Matthijssen, E.F. (Edwin)" userId="8d4e608b-3f6b-44ad-9067-0ad31afb1451" providerId="ADAL" clId="{822CD817-290C-4AC1-AB19-C4D498D63F2E}" dt="2020-03-12T13:08:04.545" v="0"/>
          <pc:sldLayoutMkLst>
            <pc:docMk/>
            <pc:sldMasterMk cId="1136566582" sldId="2147483648"/>
            <pc:sldLayoutMk cId="1698854679" sldId="2147483654"/>
          </pc:sldLayoutMkLst>
          <pc:spChg chg="mod">
            <ac:chgData name="Matthijssen, E.F. (Edwin)" userId="8d4e608b-3f6b-44ad-9067-0ad31afb1451" providerId="ADAL" clId="{822CD817-290C-4AC1-AB19-C4D498D63F2E}" dt="2020-03-12T13:08:04.545" v="0"/>
            <ac:spMkLst>
              <pc:docMk/>
              <pc:sldMasterMk cId="1136566582" sldId="2147483648"/>
              <pc:sldLayoutMk cId="1698854679" sldId="2147483654"/>
              <ac:spMk id="2" creationId="{00000000-0000-0000-0000-000000000000}"/>
            </ac:spMkLst>
          </pc:spChg>
        </pc:sldLayoutChg>
        <pc:sldLayoutChg chg="modSp">
          <pc:chgData name="Matthijssen, E.F. (Edwin)" userId="8d4e608b-3f6b-44ad-9067-0ad31afb1451" providerId="ADAL" clId="{822CD817-290C-4AC1-AB19-C4D498D63F2E}" dt="2020-03-12T13:08:04.545" v="0"/>
          <pc:sldLayoutMkLst>
            <pc:docMk/>
            <pc:sldMasterMk cId="1136566582" sldId="2147483648"/>
            <pc:sldLayoutMk cId="3591060384" sldId="2147483655"/>
          </pc:sldLayoutMkLst>
          <pc:spChg chg="mod">
            <ac:chgData name="Matthijssen, E.F. (Edwin)" userId="8d4e608b-3f6b-44ad-9067-0ad31afb1451" providerId="ADAL" clId="{822CD817-290C-4AC1-AB19-C4D498D63F2E}" dt="2020-03-12T13:08:04.545" v="0"/>
            <ac:spMkLst>
              <pc:docMk/>
              <pc:sldMasterMk cId="1136566582" sldId="2147483648"/>
              <pc:sldLayoutMk cId="3591060384" sldId="2147483655"/>
              <ac:spMk id="2" creationId="{00000000-0000-0000-0000-000000000000}"/>
            </ac:spMkLst>
          </pc:spChg>
        </pc:sldLayoutChg>
        <pc:sldLayoutChg chg="modSp">
          <pc:chgData name="Matthijssen, E.F. (Edwin)" userId="8d4e608b-3f6b-44ad-9067-0ad31afb1451" providerId="ADAL" clId="{822CD817-290C-4AC1-AB19-C4D498D63F2E}" dt="2020-03-12T13:08:04.545" v="0"/>
          <pc:sldLayoutMkLst>
            <pc:docMk/>
            <pc:sldMasterMk cId="1136566582" sldId="2147483648"/>
            <pc:sldLayoutMk cId="4285665941" sldId="2147483661"/>
          </pc:sldLayoutMkLst>
          <pc:spChg chg="mod">
            <ac:chgData name="Matthijssen, E.F. (Edwin)" userId="8d4e608b-3f6b-44ad-9067-0ad31afb1451" providerId="ADAL" clId="{822CD817-290C-4AC1-AB19-C4D498D63F2E}" dt="2020-03-12T13:08:04.545" v="0"/>
            <ac:spMkLst>
              <pc:docMk/>
              <pc:sldMasterMk cId="1136566582" sldId="2147483648"/>
              <pc:sldLayoutMk cId="4285665941" sldId="2147483661"/>
              <ac:spMk id="7" creationId="{00000000-0000-0000-0000-000000000000}"/>
            </ac:spMkLst>
          </pc:spChg>
        </pc:sldLayoutChg>
        <pc:sldLayoutChg chg="modSp">
          <pc:chgData name="Matthijssen, E.F. (Edwin)" userId="8d4e608b-3f6b-44ad-9067-0ad31afb1451" providerId="ADAL" clId="{822CD817-290C-4AC1-AB19-C4D498D63F2E}" dt="2020-03-12T13:08:04.545" v="0"/>
          <pc:sldLayoutMkLst>
            <pc:docMk/>
            <pc:sldMasterMk cId="1136566582" sldId="2147483648"/>
            <pc:sldLayoutMk cId="1837530744" sldId="2147483662"/>
          </pc:sldLayoutMkLst>
          <pc:spChg chg="mod">
            <ac:chgData name="Matthijssen, E.F. (Edwin)" userId="8d4e608b-3f6b-44ad-9067-0ad31afb1451" providerId="ADAL" clId="{822CD817-290C-4AC1-AB19-C4D498D63F2E}" dt="2020-03-12T13:08:04.545" v="0"/>
            <ac:spMkLst>
              <pc:docMk/>
              <pc:sldMasterMk cId="1136566582" sldId="2147483648"/>
              <pc:sldLayoutMk cId="1837530744" sldId="2147483662"/>
              <ac:spMk id="7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1731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l">
              <a:defRPr sz="1300"/>
            </a:lvl1pPr>
          </a:lstStyle>
          <a:p>
            <a:r>
              <a:rPr lang="en-US"/>
              <a:t>ENERGY SYSTEM DESCRIPTION LANGUAGE (ESDL) AND ITS APPLICATIONS</a:t>
            </a:r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r">
              <a:defRPr sz="1300"/>
            </a:lvl1pPr>
          </a:lstStyle>
          <a:p>
            <a:r>
              <a:rPr lang="nl-NL" dirty="0"/>
              <a:t>12 </a:t>
            </a:r>
            <a:r>
              <a:rPr lang="nl-NL" dirty="0" err="1"/>
              <a:t>march</a:t>
            </a:r>
            <a:r>
              <a:rPr lang="nl-NL" dirty="0"/>
              <a:t> 2020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8427" cy="511731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l">
              <a:defRPr sz="1300"/>
            </a:lvl1pPr>
          </a:lstStyle>
          <a:p>
            <a:r>
              <a:rPr lang="nl-NL"/>
              <a:t>Edwin Matthijssen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r">
              <a:defRPr sz="1300"/>
            </a:lvl1pPr>
          </a:lstStyle>
          <a:p>
            <a:fld id="{523F07F6-6E14-D248-825A-817D385E6D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7981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1731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l">
              <a:defRPr sz="1300"/>
            </a:lvl1pPr>
          </a:lstStyle>
          <a:p>
            <a:r>
              <a:rPr lang="en-US"/>
              <a:t>ENERGY SYSTEM DESCRIPTION LANGUAGE (ESDL) AND ITS APPLICATIONS</a:t>
            </a:r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r">
              <a:defRPr sz="1300"/>
            </a:lvl1pPr>
          </a:lstStyle>
          <a:p>
            <a:r>
              <a:rPr lang="nl-NL" dirty="0"/>
              <a:t>12 </a:t>
            </a:r>
            <a:r>
              <a:rPr lang="nl-NL" dirty="0" err="1"/>
              <a:t>march</a:t>
            </a:r>
            <a:r>
              <a:rPr lang="nl-NL" dirty="0"/>
              <a:t> 2020</a:t>
            </a:r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7" tIns="49534" rIns="99067" bIns="49534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vert="horz" lIns="99067" tIns="49534" rIns="99067" bIns="49534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1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l">
              <a:defRPr sz="1300"/>
            </a:lvl1pPr>
          </a:lstStyle>
          <a:p>
            <a:r>
              <a:rPr lang="nl-NL"/>
              <a:t>Edwin Matthijssen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r">
              <a:defRPr sz="1300"/>
            </a:lvl1pPr>
          </a:lstStyle>
          <a:p>
            <a:fld id="{B8E4D591-63B3-884E-AA10-ECC4233D929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4324020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ep 8"/>
          <p:cNvGrpSpPr/>
          <p:nvPr userDrawn="1"/>
        </p:nvGrpSpPr>
        <p:grpSpPr>
          <a:xfrm>
            <a:off x="713399" y="1344920"/>
            <a:ext cx="58382" cy="2033280"/>
            <a:chOff x="713399" y="1344920"/>
            <a:chExt cx="58382" cy="2033280"/>
          </a:xfrm>
        </p:grpSpPr>
        <p:pic>
          <p:nvPicPr>
            <p:cNvPr id="5" name="Afbeelding 4" descr="timeline_pijl_wit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3399" y="1344920"/>
              <a:ext cx="58382" cy="213591"/>
            </a:xfrm>
            <a:prstGeom prst="rect">
              <a:avLst/>
            </a:prstGeom>
          </p:spPr>
        </p:pic>
        <p:cxnSp>
          <p:nvCxnSpPr>
            <p:cNvPr id="6" name="Rechte verbindingslijn 5"/>
            <p:cNvCxnSpPr/>
            <p:nvPr/>
          </p:nvCxnSpPr>
          <p:spPr>
            <a:xfrm flipV="1">
              <a:off x="728639" y="1651000"/>
              <a:ext cx="0" cy="1727200"/>
            </a:xfrm>
            <a:prstGeom prst="line">
              <a:avLst/>
            </a:prstGeom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905741" y="1212851"/>
            <a:ext cx="7065818" cy="1316038"/>
          </a:xfrm>
          <a:prstGeom prst="rect">
            <a:avLst/>
          </a:prstGeom>
        </p:spPr>
        <p:txBody>
          <a:bodyPr/>
          <a:lstStyle>
            <a:lvl1pPr>
              <a:defRPr sz="3000" b="0" spc="0" baseline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hthoek 7"/>
          <p:cNvSpPr/>
          <p:nvPr userDrawn="1"/>
        </p:nvSpPr>
        <p:spPr>
          <a:xfrm>
            <a:off x="0" y="460440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212545"/>
            <a:ext cx="9144000" cy="38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27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ack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ep 2"/>
          <p:cNvGrpSpPr/>
          <p:nvPr userDrawn="1"/>
        </p:nvGrpSpPr>
        <p:grpSpPr>
          <a:xfrm>
            <a:off x="713666" y="1344920"/>
            <a:ext cx="57847" cy="2033280"/>
            <a:chOff x="713666" y="1344920"/>
            <a:chExt cx="57847" cy="2033280"/>
          </a:xfrm>
        </p:grpSpPr>
        <p:pic>
          <p:nvPicPr>
            <p:cNvPr id="5" name="Afbeelding 4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3666" y="1344920"/>
              <a:ext cx="57847" cy="213591"/>
            </a:xfrm>
            <a:prstGeom prst="rect">
              <a:avLst/>
            </a:prstGeom>
          </p:spPr>
        </p:pic>
        <p:cxnSp>
          <p:nvCxnSpPr>
            <p:cNvPr id="6" name="Rechte verbindingslijn 5"/>
            <p:cNvCxnSpPr/>
            <p:nvPr/>
          </p:nvCxnSpPr>
          <p:spPr>
            <a:xfrm flipV="1">
              <a:off x="728639" y="1651000"/>
              <a:ext cx="0" cy="1727200"/>
            </a:xfrm>
            <a:prstGeom prst="line">
              <a:avLst/>
            </a:prstGeom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905741" y="1212851"/>
            <a:ext cx="7065818" cy="1316038"/>
          </a:xfrm>
          <a:prstGeom prst="rect">
            <a:avLst/>
          </a:prstGeom>
        </p:spPr>
        <p:txBody>
          <a:bodyPr/>
          <a:lstStyle>
            <a:lvl1pPr>
              <a:defRPr sz="3000" b="0" spc="0" baseline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hthoek 7"/>
          <p:cNvSpPr/>
          <p:nvPr userDrawn="1"/>
        </p:nvSpPr>
        <p:spPr>
          <a:xfrm>
            <a:off x="0" y="460440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3212545"/>
            <a:ext cx="9143993" cy="38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2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ep 2"/>
          <p:cNvGrpSpPr/>
          <p:nvPr userDrawn="1"/>
        </p:nvGrpSpPr>
        <p:grpSpPr>
          <a:xfrm>
            <a:off x="713666" y="1344920"/>
            <a:ext cx="57847" cy="2033280"/>
            <a:chOff x="713666" y="1344920"/>
            <a:chExt cx="57847" cy="2033280"/>
          </a:xfrm>
        </p:grpSpPr>
        <p:pic>
          <p:nvPicPr>
            <p:cNvPr id="5" name="Afbeelding 4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3666" y="1344920"/>
              <a:ext cx="57847" cy="213591"/>
            </a:xfrm>
            <a:prstGeom prst="rect">
              <a:avLst/>
            </a:prstGeom>
          </p:spPr>
        </p:pic>
        <p:cxnSp>
          <p:nvCxnSpPr>
            <p:cNvPr id="6" name="Rechte verbindingslijn 5"/>
            <p:cNvCxnSpPr/>
            <p:nvPr/>
          </p:nvCxnSpPr>
          <p:spPr>
            <a:xfrm flipV="1">
              <a:off x="728639" y="1651000"/>
              <a:ext cx="0" cy="1727200"/>
            </a:xfrm>
            <a:prstGeom prst="line">
              <a:avLst/>
            </a:prstGeom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905741" y="1212851"/>
            <a:ext cx="7065818" cy="1316038"/>
          </a:xfrm>
          <a:prstGeom prst="rect">
            <a:avLst/>
          </a:prstGeom>
        </p:spPr>
        <p:txBody>
          <a:bodyPr/>
          <a:lstStyle>
            <a:lvl1pPr>
              <a:defRPr sz="3000" b="0" spc="0" baseline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hthoek 7"/>
          <p:cNvSpPr/>
          <p:nvPr userDrawn="1"/>
        </p:nvSpPr>
        <p:spPr>
          <a:xfrm>
            <a:off x="0" y="460440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3212545"/>
            <a:ext cx="9143993" cy="38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51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118"/>
            <a:ext cx="9143999" cy="514973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24800" y="145620"/>
            <a:ext cx="8301600" cy="39790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24800" y="769620"/>
            <a:ext cx="8301600" cy="39976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23136" y="4867994"/>
            <a:ext cx="271098" cy="16899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55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6CD44126-CD28-6A41-8849-1FDC38168F7B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12 march 2020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C8B31A0-D3D0-490E-B03D-B364A46EE3DD}" type="slidenum">
              <a:rPr lang="en-GB" smtClean="0"/>
              <a:pPr/>
              <a:t>‹#›</a:t>
            </a:fld>
            <a:r>
              <a:rPr lang="en-GB"/>
              <a:t> | ENERGY SYSTEM DESCRIPTION LANGUAGE (ESDL) AND ITS APPLICATIONS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842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118"/>
            <a:ext cx="9143999" cy="5149735"/>
          </a:xfrm>
          <a:prstGeom prst="rect">
            <a:avLst/>
          </a:prstGeom>
        </p:spPr>
      </p:pic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0" y="769620"/>
            <a:ext cx="9144000" cy="40983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GB" dirty="0"/>
              <a:t>Insert image here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12 march 2020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7E9195D4-648B-49C0-B8BD-762F75D1AB67}" type="slidenum">
              <a:rPr lang="en-GB" smtClean="0"/>
              <a:pPr/>
              <a:t>‹#›</a:t>
            </a:fld>
            <a:r>
              <a:rPr lang="en-GB"/>
              <a:t> | ENERGY SYSTEM DESCRIPTION LANGUAGE (ESDL) AND ITS APPLICATIONS</a:t>
            </a:r>
            <a:endParaRPr lang="en-GB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B602-CD3E-AC41-8242-DD367490E7D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el 1"/>
          <p:cNvSpPr txBox="1">
            <a:spLocks/>
          </p:cNvSpPr>
          <p:nvPr userDrawn="1"/>
        </p:nvSpPr>
        <p:spPr>
          <a:xfrm>
            <a:off x="424800" y="145620"/>
            <a:ext cx="8301600" cy="7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300" b="0" kern="1200" cap="all" spc="0" baseline="0">
                <a:solidFill>
                  <a:schemeClr val="tx2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443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ull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118"/>
            <a:ext cx="9143999" cy="5149735"/>
          </a:xfrm>
          <a:prstGeom prst="rect">
            <a:avLst/>
          </a:prstGeom>
        </p:spPr>
      </p:pic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24800" y="769092"/>
            <a:ext cx="3949200" cy="39981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23136" y="4867994"/>
            <a:ext cx="271098" cy="16899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55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6CD44126-CD28-6A41-8849-1FDC38168F7B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12 march 2020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7921F1-EBA1-4ED5-82E8-92CD42AFA581}" type="slidenum">
              <a:rPr lang="en-GB" smtClean="0"/>
              <a:pPr/>
              <a:t>‹#›</a:t>
            </a:fld>
            <a:r>
              <a:rPr lang="en-GB"/>
              <a:t> | ENERGY SYSTEM DESCRIPTION LANGUAGE (ESDL) AND ITS APPLICATIONS</a:t>
            </a:r>
            <a:endParaRPr lang="en-GB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2" hasCustomPrompt="1"/>
          </p:nvPr>
        </p:nvSpPr>
        <p:spPr>
          <a:xfrm>
            <a:off x="4773600" y="769620"/>
            <a:ext cx="3949200" cy="399702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Insert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E76B3-6A87-4C7B-8CAA-5C0F77D21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136" y="137368"/>
            <a:ext cx="8301600" cy="720000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5665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118"/>
            <a:ext cx="9143999" cy="5149736"/>
          </a:xfrm>
          <a:prstGeom prst="rect">
            <a:avLst/>
          </a:prstGeom>
        </p:spPr>
      </p:pic>
      <p:grpSp>
        <p:nvGrpSpPr>
          <p:cNvPr id="3" name="Groep 2"/>
          <p:cNvGrpSpPr/>
          <p:nvPr userDrawn="1"/>
        </p:nvGrpSpPr>
        <p:grpSpPr>
          <a:xfrm>
            <a:off x="401387" y="678180"/>
            <a:ext cx="41656" cy="2134859"/>
            <a:chOff x="401387" y="678180"/>
            <a:chExt cx="41656" cy="2134859"/>
          </a:xfrm>
        </p:grpSpPr>
        <p:cxnSp>
          <p:nvCxnSpPr>
            <p:cNvPr id="6" name="Rechte verbindingslijn 5"/>
            <p:cNvCxnSpPr/>
            <p:nvPr userDrawn="1"/>
          </p:nvCxnSpPr>
          <p:spPr>
            <a:xfrm flipV="1">
              <a:off x="413679" y="678180"/>
              <a:ext cx="0" cy="1911600"/>
            </a:xfrm>
            <a:prstGeom prst="line">
              <a:avLst/>
            </a:prstGeom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Afbeelding 6" descr="timeline_pijl_wit.png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1387" y="2660639"/>
              <a:ext cx="41656" cy="1524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536" y="1035050"/>
            <a:ext cx="8301764" cy="1920240"/>
          </a:xfrm>
        </p:spPr>
        <p:txBody>
          <a:bodyPr anchor="b" anchorCtr="0"/>
          <a:lstStyle>
            <a:lvl1pPr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292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black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91295"/>
            <a:ext cx="9143999" cy="205989"/>
          </a:xfrm>
          <a:prstGeom prst="rect">
            <a:avLst/>
          </a:prstGeom>
        </p:spPr>
      </p:pic>
      <p:grpSp>
        <p:nvGrpSpPr>
          <p:cNvPr id="9" name="Groep 8"/>
          <p:cNvGrpSpPr/>
          <p:nvPr userDrawn="1"/>
        </p:nvGrpSpPr>
        <p:grpSpPr>
          <a:xfrm>
            <a:off x="401578" y="678180"/>
            <a:ext cx="41274" cy="2134859"/>
            <a:chOff x="401578" y="678180"/>
            <a:chExt cx="41274" cy="2134859"/>
          </a:xfrm>
        </p:grpSpPr>
        <p:cxnSp>
          <p:nvCxnSpPr>
            <p:cNvPr id="6" name="Rechte verbindingslijn 5"/>
            <p:cNvCxnSpPr/>
            <p:nvPr userDrawn="1"/>
          </p:nvCxnSpPr>
          <p:spPr>
            <a:xfrm flipV="1">
              <a:off x="413679" y="678180"/>
              <a:ext cx="0" cy="1911600"/>
            </a:xfrm>
            <a:prstGeom prst="line">
              <a:avLst/>
            </a:prstGeom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Afbeelding 6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1578" y="2660639"/>
              <a:ext cx="41274" cy="1524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 userDrawn="1">
            <p:ph type="title"/>
          </p:nvPr>
        </p:nvSpPr>
        <p:spPr>
          <a:xfrm>
            <a:off x="575536" y="1035050"/>
            <a:ext cx="8301764" cy="1920240"/>
          </a:xfrm>
        </p:spPr>
        <p:txBody>
          <a:bodyPr anchor="b" anchorCtr="0"/>
          <a:lstStyle>
            <a:lvl1pPr>
              <a:defRPr sz="6000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630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cas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460440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Afbeelding 3" descr="timeline_pijl_wit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399" y="1344920"/>
            <a:ext cx="58382" cy="213591"/>
          </a:xfrm>
          <a:prstGeom prst="rect">
            <a:avLst/>
          </a:prstGeom>
        </p:spPr>
      </p:pic>
      <p:cxnSp>
        <p:nvCxnSpPr>
          <p:cNvPr id="5" name="Rechte verbindingslijn 4"/>
          <p:cNvCxnSpPr/>
          <p:nvPr userDrawn="1"/>
        </p:nvCxnSpPr>
        <p:spPr>
          <a:xfrm flipV="1">
            <a:off x="728639" y="1651000"/>
            <a:ext cx="0" cy="1727200"/>
          </a:xfrm>
          <a:prstGeom prst="line">
            <a:avLst/>
          </a:prstGeom>
          <a:ln w="63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05741" y="1212851"/>
            <a:ext cx="7065818" cy="1316038"/>
          </a:xfrm>
          <a:prstGeom prst="rect">
            <a:avLst/>
          </a:prstGeom>
        </p:spPr>
        <p:txBody>
          <a:bodyPr/>
          <a:lstStyle>
            <a:lvl1pPr>
              <a:defRPr sz="3000" b="0" spc="0" baseline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6" name="Rechthoek 5"/>
          <p:cNvSpPr/>
          <p:nvPr userDrawn="1"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79395"/>
            <a:ext cx="9144000" cy="115869"/>
          </a:xfrm>
          <a:prstGeom prst="rect">
            <a:avLst/>
          </a:prstGeom>
        </p:spPr>
      </p:pic>
      <p:sp>
        <p:nvSpPr>
          <p:cNvPr id="9" name="Tijdelijke aanduiding voor afbeelding 8"/>
          <p:cNvSpPr>
            <a:spLocks noGrp="1"/>
          </p:cNvSpPr>
          <p:nvPr>
            <p:ph type="pic" sz="quarter" idx="10"/>
          </p:nvPr>
        </p:nvSpPr>
        <p:spPr>
          <a:xfrm>
            <a:off x="8676000" y="4932001"/>
            <a:ext cx="69230" cy="14399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0757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case_black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66" y="1344920"/>
            <a:ext cx="57847" cy="213591"/>
          </a:xfrm>
          <a:prstGeom prst="rect">
            <a:avLst/>
          </a:prstGeom>
        </p:spPr>
      </p:pic>
      <p:cxnSp>
        <p:nvCxnSpPr>
          <p:cNvPr id="5" name="Rechte verbindingslijn 4"/>
          <p:cNvCxnSpPr/>
          <p:nvPr userDrawn="1"/>
        </p:nvCxnSpPr>
        <p:spPr>
          <a:xfrm flipV="1">
            <a:off x="728639" y="1651000"/>
            <a:ext cx="0" cy="172720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05741" y="1212851"/>
            <a:ext cx="7065818" cy="1316038"/>
          </a:xfrm>
          <a:prstGeom prst="rect">
            <a:avLst/>
          </a:prstGeom>
        </p:spPr>
        <p:txBody>
          <a:bodyPr/>
          <a:lstStyle>
            <a:lvl1pPr>
              <a:defRPr sz="3000" b="0" spc="0" baseline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6" name="Rechthoek 5"/>
          <p:cNvSpPr/>
          <p:nvPr userDrawn="1"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hthoek 6"/>
          <p:cNvSpPr/>
          <p:nvPr userDrawn="1"/>
        </p:nvSpPr>
        <p:spPr>
          <a:xfrm>
            <a:off x="0" y="460440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3479395"/>
            <a:ext cx="9143993" cy="115869"/>
          </a:xfrm>
          <a:prstGeom prst="rect">
            <a:avLst/>
          </a:prstGeom>
        </p:spPr>
      </p:pic>
      <p:sp>
        <p:nvSpPr>
          <p:cNvPr id="9" name="Tijdelijke aanduiding voor afbeelding 8"/>
          <p:cNvSpPr>
            <a:spLocks noGrp="1"/>
          </p:cNvSpPr>
          <p:nvPr>
            <p:ph type="pic" sz="quarter" idx="10"/>
          </p:nvPr>
        </p:nvSpPr>
        <p:spPr>
          <a:xfrm>
            <a:off x="8676000" y="4932001"/>
            <a:ext cx="69230" cy="14399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0749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case_Targe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/>
          <p:cNvSpPr/>
          <p:nvPr userDrawn="1"/>
        </p:nvSpPr>
        <p:spPr>
          <a:xfrm>
            <a:off x="0" y="4873481"/>
            <a:ext cx="9144000" cy="2709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Afbeelding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3117"/>
            <a:ext cx="9144000" cy="168586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24800" y="900000"/>
            <a:ext cx="8229600" cy="7200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12 march 2020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788DE30D-1507-4A4B-BC4A-147345040D74}" type="slidenum">
              <a:rPr lang="en-GB" smtClean="0"/>
              <a:pPr/>
              <a:t>‹#›</a:t>
            </a:fld>
            <a:r>
              <a:rPr lang="en-GB"/>
              <a:t> | ENERGY SYSTEM DESCRIPTION LANGUAGE (ESDL) AND ITS APPLICATIONS</a:t>
            </a:r>
            <a:endParaRPr lang="en-GB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B602-CD3E-AC41-8242-DD367490E7D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13"/>
          </p:nvPr>
        </p:nvSpPr>
        <p:spPr>
          <a:xfrm>
            <a:off x="423863" y="1682750"/>
            <a:ext cx="8301037" cy="3184525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Tijdelijke aanduiding voor afbeelding 8"/>
          <p:cNvSpPr>
            <a:spLocks noGrp="1"/>
          </p:cNvSpPr>
          <p:nvPr>
            <p:ph type="pic" sz="quarter" idx="14"/>
          </p:nvPr>
        </p:nvSpPr>
        <p:spPr>
          <a:xfrm>
            <a:off x="8778410" y="4910400"/>
            <a:ext cx="69230" cy="14399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" name="Rechthoek 2"/>
          <p:cNvSpPr/>
          <p:nvPr userDrawn="1"/>
        </p:nvSpPr>
        <p:spPr>
          <a:xfrm>
            <a:off x="-7200" y="1682750"/>
            <a:ext cx="9158400" cy="3190731"/>
          </a:xfrm>
          <a:prstGeom prst="rect">
            <a:avLst/>
          </a:prstGeom>
          <a:noFill/>
          <a:ln w="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753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case Navigatio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Afbeelding 7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118"/>
            <a:ext cx="9143999" cy="5149735"/>
          </a:xfrm>
          <a:prstGeom prst="rect">
            <a:avLst/>
          </a:prstGeom>
        </p:spPr>
      </p:pic>
      <p:sp>
        <p:nvSpPr>
          <p:cNvPr id="5" name="Rechthoek 4"/>
          <p:cNvSpPr/>
          <p:nvPr userDrawn="1"/>
        </p:nvSpPr>
        <p:spPr>
          <a:xfrm>
            <a:off x="413305" y="819927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3723" y="896184"/>
            <a:ext cx="30314" cy="110356"/>
          </a:xfrm>
          <a:prstGeom prst="rect">
            <a:avLst/>
          </a:prstGeom>
        </p:spPr>
      </p:pic>
      <p:sp>
        <p:nvSpPr>
          <p:cNvPr id="155" name="Tijdelijke aanduiding voor dianummer 5"/>
          <p:cNvSpPr>
            <a:spLocks noGrp="1"/>
          </p:cNvSpPr>
          <p:nvPr userDrawn="1">
            <p:ph type="sldNum" sz="quarter" idx="4"/>
          </p:nvPr>
        </p:nvSpPr>
        <p:spPr>
          <a:xfrm>
            <a:off x="423136" y="4867994"/>
            <a:ext cx="271098" cy="16899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55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6CD44126-CD28-6A41-8849-1FDC38168F7B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58" name="Tijdelijke aanduiding voor afbeelding 157"/>
          <p:cNvSpPr>
            <a:spLocks noGrp="1"/>
          </p:cNvSpPr>
          <p:nvPr>
            <p:ph type="pic" sz="quarter" idx="10"/>
          </p:nvPr>
        </p:nvSpPr>
        <p:spPr>
          <a:xfrm>
            <a:off x="491373" y="1365250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60" name="Tijdelijke aanduiding voor tekst 159"/>
          <p:cNvSpPr>
            <a:spLocks noGrp="1"/>
          </p:cNvSpPr>
          <p:nvPr>
            <p:ph type="body" sz="quarter" idx="11" hasCustomPrompt="1"/>
          </p:nvPr>
        </p:nvSpPr>
        <p:spPr>
          <a:xfrm>
            <a:off x="492125" y="877135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61" name="Rechthoek 160"/>
          <p:cNvSpPr/>
          <p:nvPr userDrawn="1"/>
        </p:nvSpPr>
        <p:spPr>
          <a:xfrm>
            <a:off x="7535465" y="819927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62" name="Afbeelding 16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9058" y="896184"/>
            <a:ext cx="30314" cy="110356"/>
          </a:xfrm>
          <a:prstGeom prst="rect">
            <a:avLst/>
          </a:prstGeom>
        </p:spPr>
      </p:pic>
      <p:sp>
        <p:nvSpPr>
          <p:cNvPr id="163" name="Tijdelijke aanduiding voor afbeelding 157"/>
          <p:cNvSpPr>
            <a:spLocks noGrp="1"/>
          </p:cNvSpPr>
          <p:nvPr>
            <p:ph type="pic" sz="quarter" idx="12"/>
          </p:nvPr>
        </p:nvSpPr>
        <p:spPr>
          <a:xfrm>
            <a:off x="7616708" y="1365250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64" name="Tijdelijke aanduiding voor tekst 159"/>
          <p:cNvSpPr>
            <a:spLocks noGrp="1"/>
          </p:cNvSpPr>
          <p:nvPr>
            <p:ph type="body" sz="quarter" idx="13" hasCustomPrompt="1"/>
          </p:nvPr>
        </p:nvSpPr>
        <p:spPr>
          <a:xfrm>
            <a:off x="7617460" y="877135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65" name="Rechthoek 164"/>
          <p:cNvSpPr/>
          <p:nvPr userDrawn="1"/>
        </p:nvSpPr>
        <p:spPr>
          <a:xfrm>
            <a:off x="1837737" y="819927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66" name="Afbeelding 16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6123" y="896184"/>
            <a:ext cx="30314" cy="110356"/>
          </a:xfrm>
          <a:prstGeom prst="rect">
            <a:avLst/>
          </a:prstGeom>
        </p:spPr>
      </p:pic>
      <p:sp>
        <p:nvSpPr>
          <p:cNvPr id="167" name="Tijdelijke aanduiding voor afbeelding 157"/>
          <p:cNvSpPr>
            <a:spLocks noGrp="1"/>
          </p:cNvSpPr>
          <p:nvPr>
            <p:ph type="pic" sz="quarter" idx="14"/>
          </p:nvPr>
        </p:nvSpPr>
        <p:spPr>
          <a:xfrm>
            <a:off x="1913773" y="1365250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68" name="Tijdelijke aanduiding voor tekst 159"/>
          <p:cNvSpPr>
            <a:spLocks noGrp="1"/>
          </p:cNvSpPr>
          <p:nvPr>
            <p:ph type="body" sz="quarter" idx="15" hasCustomPrompt="1"/>
          </p:nvPr>
        </p:nvSpPr>
        <p:spPr>
          <a:xfrm>
            <a:off x="1914525" y="877135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69" name="Rechthoek 168"/>
          <p:cNvSpPr/>
          <p:nvPr userDrawn="1"/>
        </p:nvSpPr>
        <p:spPr>
          <a:xfrm>
            <a:off x="3262169" y="819927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70" name="Afbeelding 16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8839" y="896184"/>
            <a:ext cx="30314" cy="110356"/>
          </a:xfrm>
          <a:prstGeom prst="rect">
            <a:avLst/>
          </a:prstGeom>
        </p:spPr>
      </p:pic>
      <p:sp>
        <p:nvSpPr>
          <p:cNvPr id="171" name="Tijdelijke aanduiding voor afbeelding 157"/>
          <p:cNvSpPr>
            <a:spLocks noGrp="1"/>
          </p:cNvSpPr>
          <p:nvPr>
            <p:ph type="pic" sz="quarter" idx="16"/>
          </p:nvPr>
        </p:nvSpPr>
        <p:spPr>
          <a:xfrm>
            <a:off x="3336489" y="1365250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72" name="Tijdelijke aanduiding voor tekst 159"/>
          <p:cNvSpPr>
            <a:spLocks noGrp="1"/>
          </p:cNvSpPr>
          <p:nvPr>
            <p:ph type="body" sz="quarter" idx="17" hasCustomPrompt="1"/>
          </p:nvPr>
        </p:nvSpPr>
        <p:spPr>
          <a:xfrm>
            <a:off x="3337241" y="877135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73" name="Rechthoek 172"/>
          <p:cNvSpPr/>
          <p:nvPr userDrawn="1"/>
        </p:nvSpPr>
        <p:spPr>
          <a:xfrm>
            <a:off x="4686601" y="819927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74" name="Afbeelding 17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3463" y="896184"/>
            <a:ext cx="30314" cy="110356"/>
          </a:xfrm>
          <a:prstGeom prst="rect">
            <a:avLst/>
          </a:prstGeom>
        </p:spPr>
      </p:pic>
      <p:sp>
        <p:nvSpPr>
          <p:cNvPr id="175" name="Tijdelijke aanduiding voor afbeelding 157"/>
          <p:cNvSpPr>
            <a:spLocks noGrp="1"/>
          </p:cNvSpPr>
          <p:nvPr>
            <p:ph type="pic" sz="quarter" idx="18"/>
          </p:nvPr>
        </p:nvSpPr>
        <p:spPr>
          <a:xfrm>
            <a:off x="4761113" y="1365250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76" name="Tijdelijke aanduiding voor tekst 159"/>
          <p:cNvSpPr>
            <a:spLocks noGrp="1"/>
          </p:cNvSpPr>
          <p:nvPr>
            <p:ph type="body" sz="quarter" idx="19" hasCustomPrompt="1"/>
          </p:nvPr>
        </p:nvSpPr>
        <p:spPr>
          <a:xfrm>
            <a:off x="4761865" y="877135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77" name="Rechthoek 176"/>
          <p:cNvSpPr/>
          <p:nvPr userDrawn="1"/>
        </p:nvSpPr>
        <p:spPr>
          <a:xfrm>
            <a:off x="6111033" y="819927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78" name="Afbeelding 17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7133" y="896184"/>
            <a:ext cx="30314" cy="110356"/>
          </a:xfrm>
          <a:prstGeom prst="rect">
            <a:avLst/>
          </a:prstGeom>
        </p:spPr>
      </p:pic>
      <p:sp>
        <p:nvSpPr>
          <p:cNvPr id="179" name="Tijdelijke aanduiding voor afbeelding 157"/>
          <p:cNvSpPr>
            <a:spLocks noGrp="1"/>
          </p:cNvSpPr>
          <p:nvPr>
            <p:ph type="pic" sz="quarter" idx="20"/>
          </p:nvPr>
        </p:nvSpPr>
        <p:spPr>
          <a:xfrm>
            <a:off x="6184783" y="1365250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80" name="Tijdelijke aanduiding voor tekst 159"/>
          <p:cNvSpPr>
            <a:spLocks noGrp="1"/>
          </p:cNvSpPr>
          <p:nvPr>
            <p:ph type="body" sz="quarter" idx="21" hasCustomPrompt="1"/>
          </p:nvPr>
        </p:nvSpPr>
        <p:spPr>
          <a:xfrm>
            <a:off x="6185535" y="877135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81" name="Rechthoek 180"/>
          <p:cNvSpPr/>
          <p:nvPr userDrawn="1"/>
        </p:nvSpPr>
        <p:spPr>
          <a:xfrm>
            <a:off x="413305" y="2182813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82" name="Afbeelding 18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3723" y="2259070"/>
            <a:ext cx="30314" cy="110356"/>
          </a:xfrm>
          <a:prstGeom prst="rect">
            <a:avLst/>
          </a:prstGeom>
        </p:spPr>
      </p:pic>
      <p:sp>
        <p:nvSpPr>
          <p:cNvPr id="183" name="Tijdelijke aanduiding voor afbeelding 157"/>
          <p:cNvSpPr>
            <a:spLocks noGrp="1"/>
          </p:cNvSpPr>
          <p:nvPr>
            <p:ph type="pic" sz="quarter" idx="22"/>
          </p:nvPr>
        </p:nvSpPr>
        <p:spPr>
          <a:xfrm>
            <a:off x="491373" y="2728136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84" name="Tijdelijke aanduiding voor tekst 159"/>
          <p:cNvSpPr>
            <a:spLocks noGrp="1"/>
          </p:cNvSpPr>
          <p:nvPr>
            <p:ph type="body" sz="quarter" idx="23" hasCustomPrompt="1"/>
          </p:nvPr>
        </p:nvSpPr>
        <p:spPr>
          <a:xfrm>
            <a:off x="492125" y="2240021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85" name="Rechthoek 184"/>
          <p:cNvSpPr/>
          <p:nvPr userDrawn="1"/>
        </p:nvSpPr>
        <p:spPr>
          <a:xfrm>
            <a:off x="7535465" y="2182813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86" name="Afbeelding 18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9058" y="2259070"/>
            <a:ext cx="30314" cy="110356"/>
          </a:xfrm>
          <a:prstGeom prst="rect">
            <a:avLst/>
          </a:prstGeom>
        </p:spPr>
      </p:pic>
      <p:sp>
        <p:nvSpPr>
          <p:cNvPr id="187" name="Tijdelijke aanduiding voor afbeelding 157"/>
          <p:cNvSpPr>
            <a:spLocks noGrp="1"/>
          </p:cNvSpPr>
          <p:nvPr>
            <p:ph type="pic" sz="quarter" idx="24"/>
          </p:nvPr>
        </p:nvSpPr>
        <p:spPr>
          <a:xfrm>
            <a:off x="7616708" y="2728136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88" name="Tijdelijke aanduiding voor tekst 159"/>
          <p:cNvSpPr>
            <a:spLocks noGrp="1"/>
          </p:cNvSpPr>
          <p:nvPr>
            <p:ph type="body" sz="quarter" idx="25" hasCustomPrompt="1"/>
          </p:nvPr>
        </p:nvSpPr>
        <p:spPr>
          <a:xfrm>
            <a:off x="7617460" y="2240021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89" name="Rechthoek 188"/>
          <p:cNvSpPr/>
          <p:nvPr userDrawn="1"/>
        </p:nvSpPr>
        <p:spPr>
          <a:xfrm>
            <a:off x="1837737" y="2182813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0" name="Afbeelding 18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6123" y="2259070"/>
            <a:ext cx="30314" cy="110356"/>
          </a:xfrm>
          <a:prstGeom prst="rect">
            <a:avLst/>
          </a:prstGeom>
        </p:spPr>
      </p:pic>
      <p:sp>
        <p:nvSpPr>
          <p:cNvPr id="191" name="Tijdelijke aanduiding voor afbeelding 157"/>
          <p:cNvSpPr>
            <a:spLocks noGrp="1"/>
          </p:cNvSpPr>
          <p:nvPr>
            <p:ph type="pic" sz="quarter" idx="26"/>
          </p:nvPr>
        </p:nvSpPr>
        <p:spPr>
          <a:xfrm>
            <a:off x="1913773" y="2728136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92" name="Tijdelijke aanduiding voor tekst 159"/>
          <p:cNvSpPr>
            <a:spLocks noGrp="1"/>
          </p:cNvSpPr>
          <p:nvPr>
            <p:ph type="body" sz="quarter" idx="27" hasCustomPrompt="1"/>
          </p:nvPr>
        </p:nvSpPr>
        <p:spPr>
          <a:xfrm>
            <a:off x="1914525" y="2240021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93" name="Rechthoek 192"/>
          <p:cNvSpPr/>
          <p:nvPr userDrawn="1"/>
        </p:nvSpPr>
        <p:spPr>
          <a:xfrm>
            <a:off x="3262169" y="2182813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4" name="Afbeelding 19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8839" y="2259070"/>
            <a:ext cx="30314" cy="110356"/>
          </a:xfrm>
          <a:prstGeom prst="rect">
            <a:avLst/>
          </a:prstGeom>
        </p:spPr>
      </p:pic>
      <p:sp>
        <p:nvSpPr>
          <p:cNvPr id="195" name="Tijdelijke aanduiding voor afbeelding 157"/>
          <p:cNvSpPr>
            <a:spLocks noGrp="1"/>
          </p:cNvSpPr>
          <p:nvPr>
            <p:ph type="pic" sz="quarter" idx="28"/>
          </p:nvPr>
        </p:nvSpPr>
        <p:spPr>
          <a:xfrm>
            <a:off x="3336489" y="2728136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96" name="Tijdelijke aanduiding voor tekst 159"/>
          <p:cNvSpPr>
            <a:spLocks noGrp="1"/>
          </p:cNvSpPr>
          <p:nvPr>
            <p:ph type="body" sz="quarter" idx="29" hasCustomPrompt="1"/>
          </p:nvPr>
        </p:nvSpPr>
        <p:spPr>
          <a:xfrm>
            <a:off x="3337241" y="2240021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97" name="Rechthoek 196"/>
          <p:cNvSpPr/>
          <p:nvPr userDrawn="1"/>
        </p:nvSpPr>
        <p:spPr>
          <a:xfrm>
            <a:off x="4686601" y="2182813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8" name="Afbeelding 19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3463" y="2259070"/>
            <a:ext cx="30314" cy="110356"/>
          </a:xfrm>
          <a:prstGeom prst="rect">
            <a:avLst/>
          </a:prstGeom>
        </p:spPr>
      </p:pic>
      <p:sp>
        <p:nvSpPr>
          <p:cNvPr id="199" name="Tijdelijke aanduiding voor afbeelding 157"/>
          <p:cNvSpPr>
            <a:spLocks noGrp="1"/>
          </p:cNvSpPr>
          <p:nvPr>
            <p:ph type="pic" sz="quarter" idx="30"/>
          </p:nvPr>
        </p:nvSpPr>
        <p:spPr>
          <a:xfrm>
            <a:off x="4761113" y="2728136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00" name="Tijdelijke aanduiding voor tekst 159"/>
          <p:cNvSpPr>
            <a:spLocks noGrp="1"/>
          </p:cNvSpPr>
          <p:nvPr>
            <p:ph type="body" sz="quarter" idx="31" hasCustomPrompt="1"/>
          </p:nvPr>
        </p:nvSpPr>
        <p:spPr>
          <a:xfrm>
            <a:off x="4761865" y="2240021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201" name="Rechthoek 200"/>
          <p:cNvSpPr/>
          <p:nvPr userDrawn="1"/>
        </p:nvSpPr>
        <p:spPr>
          <a:xfrm>
            <a:off x="6111033" y="2182813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02" name="Afbeelding 20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7133" y="2259070"/>
            <a:ext cx="30314" cy="110356"/>
          </a:xfrm>
          <a:prstGeom prst="rect">
            <a:avLst/>
          </a:prstGeom>
        </p:spPr>
      </p:pic>
      <p:sp>
        <p:nvSpPr>
          <p:cNvPr id="203" name="Tijdelijke aanduiding voor afbeelding 157"/>
          <p:cNvSpPr>
            <a:spLocks noGrp="1"/>
          </p:cNvSpPr>
          <p:nvPr>
            <p:ph type="pic" sz="quarter" idx="32"/>
          </p:nvPr>
        </p:nvSpPr>
        <p:spPr>
          <a:xfrm>
            <a:off x="6184783" y="2728136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04" name="Tijdelijke aanduiding voor tekst 159"/>
          <p:cNvSpPr>
            <a:spLocks noGrp="1"/>
          </p:cNvSpPr>
          <p:nvPr>
            <p:ph type="body" sz="quarter" idx="33" hasCustomPrompt="1"/>
          </p:nvPr>
        </p:nvSpPr>
        <p:spPr>
          <a:xfrm>
            <a:off x="6185535" y="2240021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205" name="Rechthoek 204"/>
          <p:cNvSpPr/>
          <p:nvPr userDrawn="1"/>
        </p:nvSpPr>
        <p:spPr>
          <a:xfrm>
            <a:off x="413305" y="3540373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06" name="Afbeelding 20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3723" y="3616630"/>
            <a:ext cx="30314" cy="110356"/>
          </a:xfrm>
          <a:prstGeom prst="rect">
            <a:avLst/>
          </a:prstGeom>
        </p:spPr>
      </p:pic>
      <p:sp>
        <p:nvSpPr>
          <p:cNvPr id="207" name="Tijdelijke aanduiding voor afbeelding 157"/>
          <p:cNvSpPr>
            <a:spLocks noGrp="1"/>
          </p:cNvSpPr>
          <p:nvPr>
            <p:ph type="pic" sz="quarter" idx="34"/>
          </p:nvPr>
        </p:nvSpPr>
        <p:spPr>
          <a:xfrm>
            <a:off x="491373" y="4085696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08" name="Tijdelijke aanduiding voor tekst 159"/>
          <p:cNvSpPr>
            <a:spLocks noGrp="1"/>
          </p:cNvSpPr>
          <p:nvPr>
            <p:ph type="body" sz="quarter" idx="35" hasCustomPrompt="1"/>
          </p:nvPr>
        </p:nvSpPr>
        <p:spPr>
          <a:xfrm>
            <a:off x="492125" y="3597581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209" name="Rechthoek 208"/>
          <p:cNvSpPr/>
          <p:nvPr userDrawn="1"/>
        </p:nvSpPr>
        <p:spPr>
          <a:xfrm>
            <a:off x="7535465" y="3540373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10" name="Afbeelding 20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9058" y="3616630"/>
            <a:ext cx="30314" cy="110356"/>
          </a:xfrm>
          <a:prstGeom prst="rect">
            <a:avLst/>
          </a:prstGeom>
        </p:spPr>
      </p:pic>
      <p:sp>
        <p:nvSpPr>
          <p:cNvPr id="211" name="Tijdelijke aanduiding voor afbeelding 157"/>
          <p:cNvSpPr>
            <a:spLocks noGrp="1"/>
          </p:cNvSpPr>
          <p:nvPr>
            <p:ph type="pic" sz="quarter" idx="36"/>
          </p:nvPr>
        </p:nvSpPr>
        <p:spPr>
          <a:xfrm>
            <a:off x="7616708" y="4085696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12" name="Tijdelijke aanduiding voor tekst 159"/>
          <p:cNvSpPr>
            <a:spLocks noGrp="1"/>
          </p:cNvSpPr>
          <p:nvPr>
            <p:ph type="body" sz="quarter" idx="37" hasCustomPrompt="1"/>
          </p:nvPr>
        </p:nvSpPr>
        <p:spPr>
          <a:xfrm>
            <a:off x="7617460" y="3597581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213" name="Rechthoek 212"/>
          <p:cNvSpPr/>
          <p:nvPr userDrawn="1"/>
        </p:nvSpPr>
        <p:spPr>
          <a:xfrm>
            <a:off x="1837737" y="3540373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14" name="Afbeelding 21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6123" y="3616630"/>
            <a:ext cx="30314" cy="110356"/>
          </a:xfrm>
          <a:prstGeom prst="rect">
            <a:avLst/>
          </a:prstGeom>
        </p:spPr>
      </p:pic>
      <p:sp>
        <p:nvSpPr>
          <p:cNvPr id="215" name="Tijdelijke aanduiding voor afbeelding 157"/>
          <p:cNvSpPr>
            <a:spLocks noGrp="1"/>
          </p:cNvSpPr>
          <p:nvPr>
            <p:ph type="pic" sz="quarter" idx="38"/>
          </p:nvPr>
        </p:nvSpPr>
        <p:spPr>
          <a:xfrm>
            <a:off x="1913773" y="4085696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16" name="Tijdelijke aanduiding voor tekst 159"/>
          <p:cNvSpPr>
            <a:spLocks noGrp="1"/>
          </p:cNvSpPr>
          <p:nvPr>
            <p:ph type="body" sz="quarter" idx="39" hasCustomPrompt="1"/>
          </p:nvPr>
        </p:nvSpPr>
        <p:spPr>
          <a:xfrm>
            <a:off x="1914525" y="3597581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217" name="Rechthoek 216"/>
          <p:cNvSpPr/>
          <p:nvPr userDrawn="1"/>
        </p:nvSpPr>
        <p:spPr>
          <a:xfrm>
            <a:off x="3262169" y="3540373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18" name="Afbeelding 21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8839" y="3616630"/>
            <a:ext cx="30314" cy="110356"/>
          </a:xfrm>
          <a:prstGeom prst="rect">
            <a:avLst/>
          </a:prstGeom>
        </p:spPr>
      </p:pic>
      <p:sp>
        <p:nvSpPr>
          <p:cNvPr id="219" name="Tijdelijke aanduiding voor afbeelding 157"/>
          <p:cNvSpPr>
            <a:spLocks noGrp="1"/>
          </p:cNvSpPr>
          <p:nvPr>
            <p:ph type="pic" sz="quarter" idx="40"/>
          </p:nvPr>
        </p:nvSpPr>
        <p:spPr>
          <a:xfrm>
            <a:off x="3336489" y="4085696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20" name="Tijdelijke aanduiding voor tekst 159"/>
          <p:cNvSpPr>
            <a:spLocks noGrp="1"/>
          </p:cNvSpPr>
          <p:nvPr>
            <p:ph type="body" sz="quarter" idx="41" hasCustomPrompt="1"/>
          </p:nvPr>
        </p:nvSpPr>
        <p:spPr>
          <a:xfrm>
            <a:off x="3337241" y="3597581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221" name="Rechthoek 220"/>
          <p:cNvSpPr/>
          <p:nvPr userDrawn="1"/>
        </p:nvSpPr>
        <p:spPr>
          <a:xfrm>
            <a:off x="4686601" y="3540373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2" name="Afbeelding 22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3463" y="3616630"/>
            <a:ext cx="30314" cy="110356"/>
          </a:xfrm>
          <a:prstGeom prst="rect">
            <a:avLst/>
          </a:prstGeom>
        </p:spPr>
      </p:pic>
      <p:sp>
        <p:nvSpPr>
          <p:cNvPr id="223" name="Tijdelijke aanduiding voor afbeelding 157"/>
          <p:cNvSpPr>
            <a:spLocks noGrp="1"/>
          </p:cNvSpPr>
          <p:nvPr>
            <p:ph type="pic" sz="quarter" idx="42"/>
          </p:nvPr>
        </p:nvSpPr>
        <p:spPr>
          <a:xfrm>
            <a:off x="4761113" y="4085696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24" name="Tijdelijke aanduiding voor tekst 159"/>
          <p:cNvSpPr>
            <a:spLocks noGrp="1"/>
          </p:cNvSpPr>
          <p:nvPr>
            <p:ph type="body" sz="quarter" idx="43" hasCustomPrompt="1"/>
          </p:nvPr>
        </p:nvSpPr>
        <p:spPr>
          <a:xfrm>
            <a:off x="4761865" y="3597581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225" name="Rechthoek 224"/>
          <p:cNvSpPr/>
          <p:nvPr userDrawn="1"/>
        </p:nvSpPr>
        <p:spPr>
          <a:xfrm>
            <a:off x="6111033" y="3540373"/>
            <a:ext cx="1194116" cy="1179760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6" name="Afbeelding 22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7133" y="3616630"/>
            <a:ext cx="30314" cy="110356"/>
          </a:xfrm>
          <a:prstGeom prst="rect">
            <a:avLst/>
          </a:prstGeom>
        </p:spPr>
      </p:pic>
      <p:sp>
        <p:nvSpPr>
          <p:cNvPr id="227" name="Tijdelijke aanduiding voor afbeelding 157"/>
          <p:cNvSpPr>
            <a:spLocks noGrp="1"/>
          </p:cNvSpPr>
          <p:nvPr>
            <p:ph type="pic" sz="quarter" idx="44"/>
          </p:nvPr>
        </p:nvSpPr>
        <p:spPr>
          <a:xfrm>
            <a:off x="6184783" y="4085696"/>
            <a:ext cx="1040400" cy="563563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28" name="Tijdelijke aanduiding voor tekst 159"/>
          <p:cNvSpPr>
            <a:spLocks noGrp="1"/>
          </p:cNvSpPr>
          <p:nvPr>
            <p:ph type="body" sz="quarter" idx="45" hasCustomPrompt="1"/>
          </p:nvPr>
        </p:nvSpPr>
        <p:spPr>
          <a:xfrm>
            <a:off x="6185535" y="3597581"/>
            <a:ext cx="100012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2" name="Tijdelijke aanduiding voor datum 1"/>
          <p:cNvSpPr>
            <a:spLocks noGrp="1"/>
          </p:cNvSpPr>
          <p:nvPr>
            <p:ph type="dt" sz="half" idx="46"/>
          </p:nvPr>
        </p:nvSpPr>
        <p:spPr/>
        <p:txBody>
          <a:bodyPr/>
          <a:lstStyle/>
          <a:p>
            <a:r>
              <a:rPr lang="en-GB" dirty="0"/>
              <a:t>12 march 2020</a:t>
            </a:r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47"/>
          </p:nvPr>
        </p:nvSpPr>
        <p:spPr/>
        <p:txBody>
          <a:bodyPr/>
          <a:lstStyle/>
          <a:p>
            <a:fld id="{EA439F6A-8045-4957-97C6-24495760195A}" type="slidenum">
              <a:rPr lang="en-GB" smtClean="0"/>
              <a:pPr/>
              <a:t>‹#›</a:t>
            </a:fld>
            <a:r>
              <a:rPr lang="en-GB"/>
              <a:t> | ENERGY SYSTEM DESCRIPTION LANGUAGE (ESDL) AND ITS APPLICATIONS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885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case naviga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Afbeelding 2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118"/>
            <a:ext cx="9143999" cy="5149735"/>
          </a:xfrm>
          <a:prstGeom prst="rect">
            <a:avLst/>
          </a:prstGeom>
        </p:spPr>
      </p:pic>
      <p:sp>
        <p:nvSpPr>
          <p:cNvPr id="5" name="Rechthoek 4"/>
          <p:cNvSpPr/>
          <p:nvPr userDrawn="1"/>
        </p:nvSpPr>
        <p:spPr>
          <a:xfrm>
            <a:off x="413305" y="819927"/>
            <a:ext cx="2558496" cy="1675623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9025" y="896184"/>
            <a:ext cx="30314" cy="110356"/>
          </a:xfrm>
          <a:prstGeom prst="rect">
            <a:avLst/>
          </a:prstGeom>
        </p:spPr>
      </p:pic>
      <p:sp>
        <p:nvSpPr>
          <p:cNvPr id="155" name="Tijdelijke aanduiding voor dianummer 5"/>
          <p:cNvSpPr>
            <a:spLocks noGrp="1"/>
          </p:cNvSpPr>
          <p:nvPr userDrawn="1">
            <p:ph type="sldNum" sz="quarter" idx="4"/>
          </p:nvPr>
        </p:nvSpPr>
        <p:spPr>
          <a:xfrm>
            <a:off x="423136" y="4867994"/>
            <a:ext cx="271098" cy="16899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55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6CD44126-CD28-6A41-8849-1FDC38168F7B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58" name="Tijdelijke aanduiding voor afbeelding 157"/>
          <p:cNvSpPr>
            <a:spLocks noGrp="1"/>
          </p:cNvSpPr>
          <p:nvPr>
            <p:ph type="pic" sz="quarter" idx="10"/>
          </p:nvPr>
        </p:nvSpPr>
        <p:spPr>
          <a:xfrm>
            <a:off x="491372" y="1365250"/>
            <a:ext cx="2397877" cy="1050925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60" name="Tijdelijke aanduiding voor tekst 159"/>
          <p:cNvSpPr>
            <a:spLocks noGrp="1"/>
          </p:cNvSpPr>
          <p:nvPr>
            <p:ph type="body" sz="quarter" idx="11" hasCustomPrompt="1"/>
          </p:nvPr>
        </p:nvSpPr>
        <p:spPr>
          <a:xfrm>
            <a:off x="492125" y="877135"/>
            <a:ext cx="231457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99" name="Rechthoek 98"/>
          <p:cNvSpPr/>
          <p:nvPr userDrawn="1"/>
        </p:nvSpPr>
        <p:spPr>
          <a:xfrm>
            <a:off x="3283505" y="819927"/>
            <a:ext cx="2558496" cy="1675623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0" name="Afbeelding 9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9225" y="896184"/>
            <a:ext cx="30314" cy="110356"/>
          </a:xfrm>
          <a:prstGeom prst="rect">
            <a:avLst/>
          </a:prstGeom>
        </p:spPr>
      </p:pic>
      <p:sp>
        <p:nvSpPr>
          <p:cNvPr id="101" name="Tijdelijke aanduiding voor afbeelding 157"/>
          <p:cNvSpPr>
            <a:spLocks noGrp="1"/>
          </p:cNvSpPr>
          <p:nvPr>
            <p:ph type="pic" sz="quarter" idx="12"/>
          </p:nvPr>
        </p:nvSpPr>
        <p:spPr>
          <a:xfrm>
            <a:off x="3361572" y="1365250"/>
            <a:ext cx="2397877" cy="1050925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02" name="Tijdelijke aanduiding voor tekst 159"/>
          <p:cNvSpPr>
            <a:spLocks noGrp="1"/>
          </p:cNvSpPr>
          <p:nvPr>
            <p:ph type="body" sz="quarter" idx="13" hasCustomPrompt="1"/>
          </p:nvPr>
        </p:nvSpPr>
        <p:spPr>
          <a:xfrm>
            <a:off x="3362325" y="877135"/>
            <a:ext cx="231457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03" name="Rechthoek 102"/>
          <p:cNvSpPr/>
          <p:nvPr userDrawn="1"/>
        </p:nvSpPr>
        <p:spPr>
          <a:xfrm>
            <a:off x="6166405" y="819927"/>
            <a:ext cx="2558496" cy="1675623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4" name="Afbeelding 10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2125" y="896184"/>
            <a:ext cx="30314" cy="110356"/>
          </a:xfrm>
          <a:prstGeom prst="rect">
            <a:avLst/>
          </a:prstGeom>
        </p:spPr>
      </p:pic>
      <p:sp>
        <p:nvSpPr>
          <p:cNvPr id="105" name="Tijdelijke aanduiding voor afbeelding 157"/>
          <p:cNvSpPr>
            <a:spLocks noGrp="1"/>
          </p:cNvSpPr>
          <p:nvPr>
            <p:ph type="pic" sz="quarter" idx="14"/>
          </p:nvPr>
        </p:nvSpPr>
        <p:spPr>
          <a:xfrm>
            <a:off x="6244472" y="1365250"/>
            <a:ext cx="2397877" cy="1050925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06" name="Tijdelijke aanduiding voor tekst 159"/>
          <p:cNvSpPr>
            <a:spLocks noGrp="1"/>
          </p:cNvSpPr>
          <p:nvPr>
            <p:ph type="body" sz="quarter" idx="15" hasCustomPrompt="1"/>
          </p:nvPr>
        </p:nvSpPr>
        <p:spPr>
          <a:xfrm>
            <a:off x="6245225" y="877135"/>
            <a:ext cx="231457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07" name="Rechthoek 106"/>
          <p:cNvSpPr/>
          <p:nvPr userDrawn="1"/>
        </p:nvSpPr>
        <p:spPr>
          <a:xfrm>
            <a:off x="413305" y="2790825"/>
            <a:ext cx="2558496" cy="1675623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8" name="Afbeelding 10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9025" y="2867082"/>
            <a:ext cx="30314" cy="110356"/>
          </a:xfrm>
          <a:prstGeom prst="rect">
            <a:avLst/>
          </a:prstGeom>
        </p:spPr>
      </p:pic>
      <p:sp>
        <p:nvSpPr>
          <p:cNvPr id="109" name="Tijdelijke aanduiding voor afbeelding 157"/>
          <p:cNvSpPr>
            <a:spLocks noGrp="1"/>
          </p:cNvSpPr>
          <p:nvPr>
            <p:ph type="pic" sz="quarter" idx="16"/>
          </p:nvPr>
        </p:nvSpPr>
        <p:spPr>
          <a:xfrm>
            <a:off x="491372" y="3336148"/>
            <a:ext cx="2397877" cy="1050925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10" name="Tijdelijke aanduiding voor tekst 159"/>
          <p:cNvSpPr>
            <a:spLocks noGrp="1"/>
          </p:cNvSpPr>
          <p:nvPr>
            <p:ph type="body" sz="quarter" idx="17" hasCustomPrompt="1"/>
          </p:nvPr>
        </p:nvSpPr>
        <p:spPr>
          <a:xfrm>
            <a:off x="492125" y="2848033"/>
            <a:ext cx="231457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11" name="Rechthoek 110"/>
          <p:cNvSpPr/>
          <p:nvPr userDrawn="1"/>
        </p:nvSpPr>
        <p:spPr>
          <a:xfrm>
            <a:off x="3283505" y="2790825"/>
            <a:ext cx="2558496" cy="1675623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2" name="Afbeelding 1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9225" y="2867082"/>
            <a:ext cx="30314" cy="110356"/>
          </a:xfrm>
          <a:prstGeom prst="rect">
            <a:avLst/>
          </a:prstGeom>
        </p:spPr>
      </p:pic>
      <p:sp>
        <p:nvSpPr>
          <p:cNvPr id="113" name="Tijdelijke aanduiding voor afbeelding 157"/>
          <p:cNvSpPr>
            <a:spLocks noGrp="1"/>
          </p:cNvSpPr>
          <p:nvPr>
            <p:ph type="pic" sz="quarter" idx="18"/>
          </p:nvPr>
        </p:nvSpPr>
        <p:spPr>
          <a:xfrm>
            <a:off x="3361572" y="3336148"/>
            <a:ext cx="2397877" cy="1050925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14" name="Tijdelijke aanduiding voor tekst 159"/>
          <p:cNvSpPr>
            <a:spLocks noGrp="1"/>
          </p:cNvSpPr>
          <p:nvPr>
            <p:ph type="body" sz="quarter" idx="19" hasCustomPrompt="1"/>
          </p:nvPr>
        </p:nvSpPr>
        <p:spPr>
          <a:xfrm>
            <a:off x="3362325" y="2848033"/>
            <a:ext cx="231457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115" name="Rechthoek 114"/>
          <p:cNvSpPr/>
          <p:nvPr userDrawn="1"/>
        </p:nvSpPr>
        <p:spPr>
          <a:xfrm>
            <a:off x="6166405" y="2790825"/>
            <a:ext cx="2558496" cy="1675623"/>
          </a:xfrm>
          <a:prstGeom prst="rect">
            <a:avLst/>
          </a:prstGeom>
          <a:noFill/>
          <a:ln w="3810">
            <a:solidFill>
              <a:schemeClr val="bg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6" name="Afbeelding 11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2125" y="2867082"/>
            <a:ext cx="30314" cy="110356"/>
          </a:xfrm>
          <a:prstGeom prst="rect">
            <a:avLst/>
          </a:prstGeom>
        </p:spPr>
      </p:pic>
      <p:sp>
        <p:nvSpPr>
          <p:cNvPr id="117" name="Tijdelijke aanduiding voor afbeelding 157"/>
          <p:cNvSpPr>
            <a:spLocks noGrp="1"/>
          </p:cNvSpPr>
          <p:nvPr>
            <p:ph type="pic" sz="quarter" idx="20"/>
          </p:nvPr>
        </p:nvSpPr>
        <p:spPr>
          <a:xfrm>
            <a:off x="6244472" y="3336148"/>
            <a:ext cx="2397877" cy="1050925"/>
          </a:xfrm>
        </p:spPr>
        <p:txBody>
          <a:bodyPr/>
          <a:lstStyle>
            <a:lvl1pPr marL="0" indent="0">
              <a:buFont typeface="Arial"/>
              <a:buNone/>
              <a:defRPr sz="550"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18" name="Tijdelijke aanduiding voor tekst 159"/>
          <p:cNvSpPr>
            <a:spLocks noGrp="1"/>
          </p:cNvSpPr>
          <p:nvPr>
            <p:ph type="body" sz="quarter" idx="21" hasCustomPrompt="1"/>
          </p:nvPr>
        </p:nvSpPr>
        <p:spPr>
          <a:xfrm>
            <a:off x="6245225" y="2848033"/>
            <a:ext cx="2314575" cy="456366"/>
          </a:xfrm>
        </p:spPr>
        <p:txBody>
          <a:bodyPr/>
          <a:lstStyle>
            <a:lvl1pPr marL="0" indent="0">
              <a:buFont typeface="Arial"/>
              <a:buNone/>
              <a:defRPr sz="900" b="1" cap="all">
                <a:solidFill>
                  <a:schemeClr val="tx2"/>
                </a:solidFill>
                <a:latin typeface="+mj-lt"/>
              </a:defRPr>
            </a:lvl1pPr>
            <a:lvl2pPr marL="361950" indent="0">
              <a:buFont typeface="Arial"/>
              <a:buNone/>
              <a:defRPr sz="900" b="1">
                <a:solidFill>
                  <a:schemeClr val="tx2"/>
                </a:solidFill>
              </a:defRPr>
            </a:lvl2pPr>
            <a:lvl3pPr marL="806450" indent="0">
              <a:buFont typeface="Arial"/>
              <a:buNone/>
              <a:defRPr sz="900" b="1">
                <a:solidFill>
                  <a:schemeClr val="tx2"/>
                </a:solidFill>
              </a:defRPr>
            </a:lvl3pPr>
            <a:lvl4pPr marL="1257300" indent="0">
              <a:buFont typeface="Arial"/>
              <a:buNone/>
              <a:defRPr sz="900" b="1">
                <a:solidFill>
                  <a:schemeClr val="tx2"/>
                </a:solidFill>
              </a:defRPr>
            </a:lvl4pPr>
            <a:lvl5pPr marL="1701800" indent="0">
              <a:buFont typeface="Arial"/>
              <a:buNone/>
              <a:defRPr sz="9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passen</a:t>
            </a:r>
            <a:endParaRPr lang="en-GB" dirty="0"/>
          </a:p>
        </p:txBody>
      </p:sp>
      <p:sp>
        <p:nvSpPr>
          <p:cNvPr id="2" name="Tijdelijke aanduiding voor datum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GB" dirty="0"/>
              <a:t>12 march 2020</a:t>
            </a:r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fld id="{20FFFC38-4416-486F-B556-8E996250F3E3}" type="slidenum">
              <a:rPr lang="en-GB" smtClean="0"/>
              <a:pPr/>
              <a:t>‹#›</a:t>
            </a:fld>
            <a:r>
              <a:rPr lang="en-GB"/>
              <a:t> | ENERGY SYSTEM DESCRIPTION LANGUAGE (ESDL) AND ITS APPLICATIONS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106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ep 8"/>
          <p:cNvGrpSpPr/>
          <p:nvPr userDrawn="1"/>
        </p:nvGrpSpPr>
        <p:grpSpPr>
          <a:xfrm>
            <a:off x="713399" y="1344920"/>
            <a:ext cx="58382" cy="2033280"/>
            <a:chOff x="713399" y="1344920"/>
            <a:chExt cx="58382" cy="2033280"/>
          </a:xfrm>
        </p:grpSpPr>
        <p:pic>
          <p:nvPicPr>
            <p:cNvPr id="5" name="Afbeelding 4" descr="timeline_pijl_wit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3399" y="1344920"/>
              <a:ext cx="58382" cy="213591"/>
            </a:xfrm>
            <a:prstGeom prst="rect">
              <a:avLst/>
            </a:prstGeom>
          </p:spPr>
        </p:pic>
        <p:cxnSp>
          <p:nvCxnSpPr>
            <p:cNvPr id="6" name="Rechte verbindingslijn 5"/>
            <p:cNvCxnSpPr/>
            <p:nvPr/>
          </p:nvCxnSpPr>
          <p:spPr>
            <a:xfrm flipV="1">
              <a:off x="728639" y="1651000"/>
              <a:ext cx="0" cy="1727200"/>
            </a:xfrm>
            <a:prstGeom prst="line">
              <a:avLst/>
            </a:prstGeom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905741" y="1212851"/>
            <a:ext cx="7065818" cy="1316038"/>
          </a:xfrm>
          <a:prstGeom prst="rect">
            <a:avLst/>
          </a:prstGeom>
        </p:spPr>
        <p:txBody>
          <a:bodyPr/>
          <a:lstStyle>
            <a:lvl1pPr>
              <a:defRPr sz="3000" b="0" spc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hthoek 7"/>
          <p:cNvSpPr/>
          <p:nvPr userDrawn="1"/>
        </p:nvSpPr>
        <p:spPr>
          <a:xfrm>
            <a:off x="0" y="460440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212545"/>
            <a:ext cx="9144000" cy="38623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/>
          </p:nvPr>
        </p:nvSpPr>
        <p:spPr>
          <a:xfrm>
            <a:off x="905741" y="2804652"/>
            <a:ext cx="3665537" cy="601008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338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_black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ep 2"/>
          <p:cNvGrpSpPr/>
          <p:nvPr userDrawn="1"/>
        </p:nvGrpSpPr>
        <p:grpSpPr>
          <a:xfrm>
            <a:off x="713666" y="1344920"/>
            <a:ext cx="57847" cy="2033280"/>
            <a:chOff x="713666" y="1344920"/>
            <a:chExt cx="57847" cy="2033280"/>
          </a:xfrm>
        </p:grpSpPr>
        <p:pic>
          <p:nvPicPr>
            <p:cNvPr id="5" name="Afbeelding 4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3666" y="1344920"/>
              <a:ext cx="57847" cy="213591"/>
            </a:xfrm>
            <a:prstGeom prst="rect">
              <a:avLst/>
            </a:prstGeom>
          </p:spPr>
        </p:pic>
        <p:cxnSp>
          <p:nvCxnSpPr>
            <p:cNvPr id="6" name="Rechte verbindingslijn 5"/>
            <p:cNvCxnSpPr/>
            <p:nvPr/>
          </p:nvCxnSpPr>
          <p:spPr>
            <a:xfrm flipV="1">
              <a:off x="728639" y="1651000"/>
              <a:ext cx="0" cy="1727200"/>
            </a:xfrm>
            <a:prstGeom prst="line">
              <a:avLst/>
            </a:prstGeom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905741" y="1212851"/>
            <a:ext cx="7065818" cy="1316038"/>
          </a:xfrm>
          <a:prstGeom prst="rect">
            <a:avLst/>
          </a:prstGeom>
        </p:spPr>
        <p:txBody>
          <a:bodyPr/>
          <a:lstStyle>
            <a:lvl1pPr>
              <a:defRPr sz="3000" b="0" spc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hthoek 7"/>
          <p:cNvSpPr/>
          <p:nvPr userDrawn="1"/>
        </p:nvSpPr>
        <p:spPr>
          <a:xfrm>
            <a:off x="0" y="4604400"/>
            <a:ext cx="9144000" cy="54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3212545"/>
            <a:ext cx="9143993" cy="386230"/>
          </a:xfrm>
          <a:prstGeom prst="rect">
            <a:avLst/>
          </a:prstGeom>
        </p:spPr>
      </p:pic>
      <p:sp>
        <p:nvSpPr>
          <p:cNvPr id="9" name="Tijdelijke aanduiding voor tekst 9"/>
          <p:cNvSpPr>
            <a:spLocks noGrp="1"/>
          </p:cNvSpPr>
          <p:nvPr>
            <p:ph type="body" sz="quarter" idx="10"/>
          </p:nvPr>
        </p:nvSpPr>
        <p:spPr>
          <a:xfrm>
            <a:off x="905741" y="2804652"/>
            <a:ext cx="3665537" cy="601008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FontTx/>
              <a:buNone/>
              <a:defRPr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632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423136" y="4867994"/>
            <a:ext cx="4148864" cy="16840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>
              <a:defRPr lang="nl-NL" sz="550" b="1">
                <a:latin typeface="Arial" pitchFamily="34" charset="0"/>
                <a:cs typeface="Arial" pitchFamily="34" charset="0"/>
              </a:defRPr>
            </a:lvl1pPr>
          </a:lstStyle>
          <a:p>
            <a:fld id="{60DCCF07-441C-4CCD-9B91-160433546F3C}" type="slidenum">
              <a:rPr lang="en-GB" smtClean="0"/>
              <a:pPr/>
              <a:t>‹#›</a:t>
            </a:fld>
            <a:r>
              <a:rPr lang="en-GB"/>
              <a:t> | ENERGY SYSTEM DESCRIPTION LANGUAGE (ESDL) AND ITS APPLICATIONS</a:t>
            </a:r>
            <a:endParaRPr lang="en-GB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23136" y="4867994"/>
            <a:ext cx="4148864" cy="16840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55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60A1B602-CD3E-AC41-8242-DD367490E7D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ijdelijke aanduiding voor titel 1"/>
          <p:cNvSpPr>
            <a:spLocks noGrp="1"/>
          </p:cNvSpPr>
          <p:nvPr>
            <p:ph type="title"/>
          </p:nvPr>
        </p:nvSpPr>
        <p:spPr>
          <a:xfrm>
            <a:off x="423136" y="898300"/>
            <a:ext cx="8301600" cy="7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  <p:sp>
        <p:nvSpPr>
          <p:cNvPr id="12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23136" y="1746250"/>
            <a:ext cx="8301600" cy="308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2" name="Tijdelijke aanduiding voor datum 1"/>
          <p:cNvSpPr>
            <a:spLocks noGrp="1"/>
          </p:cNvSpPr>
          <p:nvPr>
            <p:ph type="dt" sz="half" idx="2"/>
          </p:nvPr>
        </p:nvSpPr>
        <p:spPr>
          <a:xfrm>
            <a:off x="7168896" y="4867200"/>
            <a:ext cx="1556004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lang="nl-NL" sz="550" b="1" smtClean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/>
              <a:t>12 march 2020</a:t>
            </a:r>
          </a:p>
        </p:txBody>
      </p:sp>
    </p:spTree>
    <p:extLst>
      <p:ext uri="{BB962C8B-B14F-4D97-AF65-F5344CB8AC3E}">
        <p14:creationId xmlns:p14="http://schemas.microsoft.com/office/powerpoint/2010/main" val="113656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63" r:id="rId3"/>
    <p:sldLayoutId id="2147483650" r:id="rId4"/>
    <p:sldLayoutId id="2147483652" r:id="rId5"/>
    <p:sldLayoutId id="2147483661" r:id="rId6"/>
    <p:sldLayoutId id="2147483658" r:id="rId7"/>
    <p:sldLayoutId id="2147483651" r:id="rId8"/>
    <p:sldLayoutId id="2147483653" r:id="rId9"/>
    <p:sldLayoutId id="2147483659" r:id="rId10"/>
    <p:sldLayoutId id="2147483662" r:id="rId11"/>
    <p:sldLayoutId id="2147483654" r:id="rId12"/>
    <p:sldLayoutId id="2147483655" r:id="rId13"/>
    <p:sldLayoutId id="2147483656" r:id="rId14"/>
    <p:sldLayoutId id="2147483660" r:id="rId15"/>
  </p:sldLayoutIdLst>
  <p:hf sldNum="0" hdr="0"/>
  <p:txStyles>
    <p:titleStyle>
      <a:lvl1pPr algn="l" defTabSz="457200" rtl="0" eaLnBrk="1" latinLnBrk="0" hangingPunct="1">
        <a:spcBef>
          <a:spcPct val="0"/>
        </a:spcBef>
        <a:buNone/>
        <a:defRPr sz="2300" b="0" kern="1200" cap="all" spc="0" baseline="0">
          <a:solidFill>
            <a:schemeClr val="tx2"/>
          </a:solidFill>
          <a:latin typeface="Arial Black"/>
          <a:ea typeface="+mj-ea"/>
          <a:cs typeface="Arial Black"/>
        </a:defRPr>
      </a:lvl1pPr>
    </p:titleStyle>
    <p:bodyStyle>
      <a:lvl1pPr marL="177800" indent="-1778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Arial"/>
          <a:ea typeface="+mn-ea"/>
          <a:cs typeface="Arial"/>
        </a:defRPr>
      </a:lvl1pPr>
      <a:lvl2pPr marL="539750" indent="-1778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Arial"/>
          <a:ea typeface="+mn-ea"/>
          <a:cs typeface="Arial"/>
        </a:defRPr>
      </a:lvl2pPr>
      <a:lvl3pPr marL="984250" indent="-1778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Arial"/>
          <a:ea typeface="+mn-ea"/>
          <a:cs typeface="Arial"/>
        </a:defRPr>
      </a:lvl3pPr>
      <a:lvl4pPr marL="1435100" indent="-1778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Arial"/>
          <a:ea typeface="+mn-ea"/>
          <a:cs typeface="Arial"/>
        </a:defRPr>
      </a:lvl4pPr>
      <a:lvl5pPr marL="1885950" indent="-18415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ABE2A-969C-4182-B18B-625F143D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12 march 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E72D4-3791-40DE-97BB-F8220122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136" y="4867994"/>
            <a:ext cx="4148864" cy="168406"/>
          </a:xfrm>
        </p:spPr>
        <p:txBody>
          <a:bodyPr/>
          <a:lstStyle/>
          <a:p>
            <a:fld id="{257921F1-EBA1-4ED5-82E8-92CD42AFA581}" type="slidenum">
              <a:rPr lang="en-GB" smtClean="0"/>
              <a:pPr/>
              <a:t>1</a:t>
            </a:fld>
            <a:r>
              <a:rPr lang="en-GB"/>
              <a:t> | ENERGY SYSTEM DESCRIPTION LANGUAGE (ESDL) AND ITS APPLICATIONS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87775C-E353-4FB0-8048-2EAA3D6A3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136" y="137368"/>
            <a:ext cx="8301600" cy="720000"/>
          </a:xfrm>
        </p:spPr>
        <p:txBody>
          <a:bodyPr/>
          <a:lstStyle/>
          <a:p>
            <a:r>
              <a:rPr lang="nl-NL" dirty="0"/>
              <a:t>ESDL STRUCTUUR (1/5)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70905B-FAE2-4D5E-BBB2-52E1C132F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626682"/>
            <a:ext cx="8201025" cy="390525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6F160CB-C8A6-46BA-9E3E-5CA1AA77868D}"/>
              </a:ext>
            </a:extLst>
          </p:cNvPr>
          <p:cNvSpPr/>
          <p:nvPr/>
        </p:nvSpPr>
        <p:spPr>
          <a:xfrm>
            <a:off x="3582030" y="1360264"/>
            <a:ext cx="5093434" cy="1095769"/>
          </a:xfrm>
          <a:custGeom>
            <a:avLst/>
            <a:gdLst>
              <a:gd name="connsiteX0" fmla="*/ 0 w 5093434"/>
              <a:gd name="connsiteY0" fmla="*/ 1080655 h 1080655"/>
              <a:gd name="connsiteX1" fmla="*/ 7557 w 5093434"/>
              <a:gd name="connsiteY1" fmla="*/ 400523 h 1080655"/>
              <a:gd name="connsiteX2" fmla="*/ 143583 w 5093434"/>
              <a:gd name="connsiteY2" fmla="*/ 340067 h 1080655"/>
              <a:gd name="connsiteX3" fmla="*/ 1586975 w 5093434"/>
              <a:gd name="connsiteY3" fmla="*/ 7557 h 1080655"/>
              <a:gd name="connsiteX4" fmla="*/ 5093434 w 5093434"/>
              <a:gd name="connsiteY4" fmla="*/ 0 h 1080655"/>
              <a:gd name="connsiteX5" fmla="*/ 5093434 w 5093434"/>
              <a:gd name="connsiteY5" fmla="*/ 1027756 h 1080655"/>
              <a:gd name="connsiteX6" fmla="*/ 0 w 5093434"/>
              <a:gd name="connsiteY6" fmla="*/ 1080655 h 1080655"/>
              <a:gd name="connsiteX0" fmla="*/ 0 w 5093434"/>
              <a:gd name="connsiteY0" fmla="*/ 1080655 h 1095769"/>
              <a:gd name="connsiteX1" fmla="*/ 7557 w 5093434"/>
              <a:gd name="connsiteY1" fmla="*/ 400523 h 1095769"/>
              <a:gd name="connsiteX2" fmla="*/ 143583 w 5093434"/>
              <a:gd name="connsiteY2" fmla="*/ 340067 h 1095769"/>
              <a:gd name="connsiteX3" fmla="*/ 1586975 w 5093434"/>
              <a:gd name="connsiteY3" fmla="*/ 7557 h 1095769"/>
              <a:gd name="connsiteX4" fmla="*/ 5093434 w 5093434"/>
              <a:gd name="connsiteY4" fmla="*/ 0 h 1095769"/>
              <a:gd name="connsiteX5" fmla="*/ 5093434 w 5093434"/>
              <a:gd name="connsiteY5" fmla="*/ 1095769 h 1095769"/>
              <a:gd name="connsiteX6" fmla="*/ 0 w 5093434"/>
              <a:gd name="connsiteY6" fmla="*/ 1080655 h 1095769"/>
              <a:gd name="connsiteX0" fmla="*/ 0 w 5093434"/>
              <a:gd name="connsiteY0" fmla="*/ 1080655 h 1095769"/>
              <a:gd name="connsiteX1" fmla="*/ 7557 w 5093434"/>
              <a:gd name="connsiteY1" fmla="*/ 400523 h 1095769"/>
              <a:gd name="connsiteX2" fmla="*/ 1586975 w 5093434"/>
              <a:gd name="connsiteY2" fmla="*/ 7557 h 1095769"/>
              <a:gd name="connsiteX3" fmla="*/ 5093434 w 5093434"/>
              <a:gd name="connsiteY3" fmla="*/ 0 h 1095769"/>
              <a:gd name="connsiteX4" fmla="*/ 5093434 w 5093434"/>
              <a:gd name="connsiteY4" fmla="*/ 1095769 h 1095769"/>
              <a:gd name="connsiteX5" fmla="*/ 0 w 5093434"/>
              <a:gd name="connsiteY5" fmla="*/ 1080655 h 1095769"/>
              <a:gd name="connsiteX0" fmla="*/ 0 w 5093434"/>
              <a:gd name="connsiteY0" fmla="*/ 1080655 h 1095769"/>
              <a:gd name="connsiteX1" fmla="*/ 7557 w 5093434"/>
              <a:gd name="connsiteY1" fmla="*/ 400523 h 1095769"/>
              <a:gd name="connsiteX2" fmla="*/ 1246456 w 5093434"/>
              <a:gd name="connsiteY2" fmla="*/ 7557 h 1095769"/>
              <a:gd name="connsiteX3" fmla="*/ 5093434 w 5093434"/>
              <a:gd name="connsiteY3" fmla="*/ 0 h 1095769"/>
              <a:gd name="connsiteX4" fmla="*/ 5093434 w 5093434"/>
              <a:gd name="connsiteY4" fmla="*/ 1095769 h 1095769"/>
              <a:gd name="connsiteX5" fmla="*/ 0 w 5093434"/>
              <a:gd name="connsiteY5" fmla="*/ 1080655 h 1095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3434" h="1095769">
                <a:moveTo>
                  <a:pt x="0" y="1080655"/>
                </a:moveTo>
                <a:lnTo>
                  <a:pt x="7557" y="400523"/>
                </a:lnTo>
                <a:lnTo>
                  <a:pt x="1246456" y="7557"/>
                </a:lnTo>
                <a:lnTo>
                  <a:pt x="5093434" y="0"/>
                </a:lnTo>
                <a:lnTo>
                  <a:pt x="5093434" y="1095769"/>
                </a:lnTo>
                <a:lnTo>
                  <a:pt x="0" y="1080655"/>
                </a:lnTo>
                <a:close/>
              </a:path>
            </a:pathLst>
          </a:custGeom>
          <a:solidFill>
            <a:schemeClr val="lt1">
              <a:alpha val="91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t"/>
          <a:lstStyle/>
          <a:p>
            <a:pPr algn="ctr"/>
            <a:endParaRPr lang="nl-NL" sz="7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A959BD-5569-46C2-8FE0-EB6AD7797350}"/>
              </a:ext>
            </a:extLst>
          </p:cNvPr>
          <p:cNvSpPr/>
          <p:nvPr/>
        </p:nvSpPr>
        <p:spPr>
          <a:xfrm>
            <a:off x="471487" y="3512820"/>
            <a:ext cx="2744153" cy="1112520"/>
          </a:xfrm>
          <a:prstGeom prst="rect">
            <a:avLst/>
          </a:prstGeom>
          <a:solidFill>
            <a:schemeClr val="lt1">
              <a:alpha val="91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7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F1E5EB-8A21-4F6A-94F0-1BDE35638FB9}"/>
              </a:ext>
            </a:extLst>
          </p:cNvPr>
          <p:cNvSpPr/>
          <p:nvPr/>
        </p:nvSpPr>
        <p:spPr>
          <a:xfrm>
            <a:off x="2598420" y="2456033"/>
            <a:ext cx="1562100" cy="1095769"/>
          </a:xfrm>
          <a:prstGeom prst="rect">
            <a:avLst/>
          </a:prstGeom>
          <a:solidFill>
            <a:schemeClr val="lt1">
              <a:alpha val="91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700" dirty="0">
              <a:solidFill>
                <a:schemeClr val="tx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B94E771-BBCD-4D4D-8DAA-AFD036ED29EA}"/>
              </a:ext>
            </a:extLst>
          </p:cNvPr>
          <p:cNvGrpSpPr/>
          <p:nvPr/>
        </p:nvGrpSpPr>
        <p:grpSpPr>
          <a:xfrm>
            <a:off x="4663440" y="2456033"/>
            <a:ext cx="4009072" cy="2352187"/>
            <a:chOff x="4663440" y="2456033"/>
            <a:chExt cx="4009072" cy="235218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95A7ED3-1361-4994-A97E-49D148ED7962}"/>
                </a:ext>
              </a:extLst>
            </p:cNvPr>
            <p:cNvSpPr/>
            <p:nvPr/>
          </p:nvSpPr>
          <p:spPr>
            <a:xfrm>
              <a:off x="4663440" y="2456033"/>
              <a:ext cx="4009072" cy="2352187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nl-NL" sz="1000" b="1" dirty="0" err="1">
                  <a:solidFill>
                    <a:schemeClr val="tx1"/>
                  </a:solidFill>
                </a:rPr>
                <a:t>EnergySystem</a:t>
              </a:r>
              <a:r>
                <a:rPr lang="nl-NL" sz="1000" b="1" dirty="0">
                  <a:solidFill>
                    <a:schemeClr val="tx1"/>
                  </a:solidFill>
                </a:rPr>
                <a:t> – Nationale Energiebalans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8A22D10-6FED-46A5-9C08-36E0C5057138}"/>
                </a:ext>
              </a:extLst>
            </p:cNvPr>
            <p:cNvSpPr/>
            <p:nvPr/>
          </p:nvSpPr>
          <p:spPr>
            <a:xfrm>
              <a:off x="4777740" y="2724150"/>
              <a:ext cx="3769360" cy="19812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nl-NL" sz="1000" b="1" dirty="0" err="1">
                  <a:solidFill>
                    <a:schemeClr val="tx1"/>
                  </a:solidFill>
                </a:rPr>
                <a:t>Instance</a:t>
              </a:r>
              <a:r>
                <a:rPr lang="nl-NL" sz="1000" b="1" dirty="0">
                  <a:solidFill>
                    <a:schemeClr val="tx1"/>
                  </a:solidFill>
                </a:rPr>
                <a:t> – situatie 2020 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F07119-CF24-4B4E-8CFF-4E55061EEB6D}"/>
                </a:ext>
              </a:extLst>
            </p:cNvPr>
            <p:cNvSpPr/>
            <p:nvPr/>
          </p:nvSpPr>
          <p:spPr>
            <a:xfrm>
              <a:off x="4906963" y="2990850"/>
              <a:ext cx="3506787" cy="1600062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nl-NL" sz="1000" b="1" dirty="0">
                  <a:solidFill>
                    <a:schemeClr val="tx1"/>
                  </a:solidFill>
                </a:rPr>
                <a:t>Area - Nederland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F338E3-A3F2-4DC0-8AAC-7B949BA19A7B}"/>
                </a:ext>
              </a:extLst>
            </p:cNvPr>
            <p:cNvSpPr/>
            <p:nvPr/>
          </p:nvSpPr>
          <p:spPr>
            <a:xfrm>
              <a:off x="5021263" y="3251199"/>
              <a:ext cx="1316037" cy="1219201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nl-NL" sz="1000" b="1" dirty="0">
                  <a:solidFill>
                    <a:schemeClr val="tx1"/>
                  </a:solidFill>
                </a:rPr>
                <a:t>Area – Groningen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D0CCD83-79CD-4083-AD04-185A9E84FB1F}"/>
                </a:ext>
              </a:extLst>
            </p:cNvPr>
            <p:cNvSpPr/>
            <p:nvPr/>
          </p:nvSpPr>
          <p:spPr>
            <a:xfrm>
              <a:off x="6949917" y="3251199"/>
              <a:ext cx="1316037" cy="1219202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nl-NL" sz="1000" b="1" dirty="0">
                  <a:solidFill>
                    <a:schemeClr val="tx1"/>
                  </a:solidFill>
                </a:rPr>
                <a:t>Area - Limburg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9A5B4E-23CD-4EE1-A1E9-286C80343190}"/>
                </a:ext>
              </a:extLst>
            </p:cNvPr>
            <p:cNvCxnSpPr>
              <a:cxnSpLocks/>
            </p:cNvCxnSpPr>
            <p:nvPr/>
          </p:nvCxnSpPr>
          <p:spPr>
            <a:xfrm>
              <a:off x="6391277" y="3897005"/>
              <a:ext cx="528637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129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ABE2A-969C-4182-B18B-625F143D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12 march 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E72D4-3791-40DE-97BB-F8220122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7921F1-EBA1-4ED5-82E8-92CD42AFA581}" type="slidenum">
              <a:rPr lang="en-GB" smtClean="0"/>
              <a:pPr/>
              <a:t>2</a:t>
            </a:fld>
            <a:r>
              <a:rPr lang="en-GB"/>
              <a:t> | ENERGY SYSTEM DESCRIPTION LANGUAGE (ESDL) AND ITS APPLICATIONS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87775C-E353-4FB0-8048-2EAA3D6A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ESDL STRUCTUUR (2/5)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785F2-D869-406F-96D0-BC253D426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690562"/>
            <a:ext cx="7524750" cy="3762375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AD18A2D-3250-4D17-92E1-9A1F637D1AF8}"/>
              </a:ext>
            </a:extLst>
          </p:cNvPr>
          <p:cNvSpPr/>
          <p:nvPr/>
        </p:nvSpPr>
        <p:spPr>
          <a:xfrm>
            <a:off x="3581400" y="2453640"/>
            <a:ext cx="2781300" cy="2065020"/>
          </a:xfrm>
          <a:custGeom>
            <a:avLst/>
            <a:gdLst>
              <a:gd name="connsiteX0" fmla="*/ 1051560 w 2781300"/>
              <a:gd name="connsiteY0" fmla="*/ 15240 h 2994660"/>
              <a:gd name="connsiteX1" fmla="*/ 1051560 w 2781300"/>
              <a:gd name="connsiteY1" fmla="*/ 1935480 h 2994660"/>
              <a:gd name="connsiteX2" fmla="*/ 7620 w 2781300"/>
              <a:gd name="connsiteY2" fmla="*/ 1927860 h 2994660"/>
              <a:gd name="connsiteX3" fmla="*/ 0 w 2781300"/>
              <a:gd name="connsiteY3" fmla="*/ 2987040 h 2994660"/>
              <a:gd name="connsiteX4" fmla="*/ 2766060 w 2781300"/>
              <a:gd name="connsiteY4" fmla="*/ 2994660 h 2994660"/>
              <a:gd name="connsiteX5" fmla="*/ 2781300 w 2781300"/>
              <a:gd name="connsiteY5" fmla="*/ 1927860 h 2994660"/>
              <a:gd name="connsiteX6" fmla="*/ 2095500 w 2781300"/>
              <a:gd name="connsiteY6" fmla="*/ 1920240 h 2994660"/>
              <a:gd name="connsiteX7" fmla="*/ 2110740 w 2781300"/>
              <a:gd name="connsiteY7" fmla="*/ 0 h 2994660"/>
              <a:gd name="connsiteX8" fmla="*/ 1051560 w 2781300"/>
              <a:gd name="connsiteY8" fmla="*/ 15240 h 2994660"/>
              <a:gd name="connsiteX0" fmla="*/ 1043940 w 2781300"/>
              <a:gd name="connsiteY0" fmla="*/ 937260 h 2994660"/>
              <a:gd name="connsiteX1" fmla="*/ 1051560 w 2781300"/>
              <a:gd name="connsiteY1" fmla="*/ 1935480 h 2994660"/>
              <a:gd name="connsiteX2" fmla="*/ 7620 w 2781300"/>
              <a:gd name="connsiteY2" fmla="*/ 1927860 h 2994660"/>
              <a:gd name="connsiteX3" fmla="*/ 0 w 2781300"/>
              <a:gd name="connsiteY3" fmla="*/ 2987040 h 2994660"/>
              <a:gd name="connsiteX4" fmla="*/ 2766060 w 2781300"/>
              <a:gd name="connsiteY4" fmla="*/ 2994660 h 2994660"/>
              <a:gd name="connsiteX5" fmla="*/ 2781300 w 2781300"/>
              <a:gd name="connsiteY5" fmla="*/ 1927860 h 2994660"/>
              <a:gd name="connsiteX6" fmla="*/ 2095500 w 2781300"/>
              <a:gd name="connsiteY6" fmla="*/ 1920240 h 2994660"/>
              <a:gd name="connsiteX7" fmla="*/ 2110740 w 2781300"/>
              <a:gd name="connsiteY7" fmla="*/ 0 h 2994660"/>
              <a:gd name="connsiteX8" fmla="*/ 1043940 w 2781300"/>
              <a:gd name="connsiteY8" fmla="*/ 937260 h 2994660"/>
              <a:gd name="connsiteX0" fmla="*/ 1043940 w 2781300"/>
              <a:gd name="connsiteY0" fmla="*/ 7620 h 2065020"/>
              <a:gd name="connsiteX1" fmla="*/ 1051560 w 2781300"/>
              <a:gd name="connsiteY1" fmla="*/ 1005840 h 2065020"/>
              <a:gd name="connsiteX2" fmla="*/ 7620 w 2781300"/>
              <a:gd name="connsiteY2" fmla="*/ 998220 h 2065020"/>
              <a:gd name="connsiteX3" fmla="*/ 0 w 2781300"/>
              <a:gd name="connsiteY3" fmla="*/ 2057400 h 2065020"/>
              <a:gd name="connsiteX4" fmla="*/ 2766060 w 2781300"/>
              <a:gd name="connsiteY4" fmla="*/ 2065020 h 2065020"/>
              <a:gd name="connsiteX5" fmla="*/ 2781300 w 2781300"/>
              <a:gd name="connsiteY5" fmla="*/ 998220 h 2065020"/>
              <a:gd name="connsiteX6" fmla="*/ 2095500 w 2781300"/>
              <a:gd name="connsiteY6" fmla="*/ 990600 h 2065020"/>
              <a:gd name="connsiteX7" fmla="*/ 2095500 w 2781300"/>
              <a:gd name="connsiteY7" fmla="*/ 0 h 2065020"/>
              <a:gd name="connsiteX8" fmla="*/ 1043940 w 2781300"/>
              <a:gd name="connsiteY8" fmla="*/ 7620 h 2065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1300" h="2065020">
                <a:moveTo>
                  <a:pt x="1043940" y="7620"/>
                </a:moveTo>
                <a:lnTo>
                  <a:pt x="1051560" y="1005840"/>
                </a:lnTo>
                <a:lnTo>
                  <a:pt x="7620" y="998220"/>
                </a:lnTo>
                <a:lnTo>
                  <a:pt x="0" y="2057400"/>
                </a:lnTo>
                <a:lnTo>
                  <a:pt x="2766060" y="2065020"/>
                </a:lnTo>
                <a:lnTo>
                  <a:pt x="2781300" y="998220"/>
                </a:lnTo>
                <a:lnTo>
                  <a:pt x="2095500" y="990600"/>
                </a:lnTo>
                <a:lnTo>
                  <a:pt x="2095500" y="0"/>
                </a:lnTo>
                <a:lnTo>
                  <a:pt x="1043940" y="7620"/>
                </a:lnTo>
                <a:close/>
              </a:path>
            </a:pathLst>
          </a:custGeom>
          <a:solidFill>
            <a:schemeClr val="lt1">
              <a:alpha val="91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7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B3A56C-AA9F-49EF-9C4D-4DF089352AEB}"/>
              </a:ext>
            </a:extLst>
          </p:cNvPr>
          <p:cNvSpPr/>
          <p:nvPr/>
        </p:nvSpPr>
        <p:spPr>
          <a:xfrm>
            <a:off x="809625" y="2499360"/>
            <a:ext cx="3838575" cy="906780"/>
          </a:xfrm>
          <a:prstGeom prst="rect">
            <a:avLst/>
          </a:prstGeom>
          <a:solidFill>
            <a:schemeClr val="lt1">
              <a:alpha val="91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7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CD2DBF-BDAF-40CB-9061-3A4EE9E69057}"/>
              </a:ext>
            </a:extLst>
          </p:cNvPr>
          <p:cNvSpPr/>
          <p:nvPr/>
        </p:nvSpPr>
        <p:spPr>
          <a:xfrm>
            <a:off x="1958340" y="1508760"/>
            <a:ext cx="3838575" cy="990600"/>
          </a:xfrm>
          <a:prstGeom prst="rect">
            <a:avLst/>
          </a:prstGeom>
          <a:solidFill>
            <a:schemeClr val="lt1">
              <a:alpha val="91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7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9B7A1-24F6-4CF8-AE79-6BD02EB74B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25" y="1882452"/>
            <a:ext cx="4148864" cy="271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01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B8E2CD9-AFA4-4E03-87EE-24CA59252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7478"/>
            <a:ext cx="9144000" cy="19490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ABE2A-969C-4182-B18B-625F143D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12 march 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E72D4-3791-40DE-97BB-F8220122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7921F1-EBA1-4ED5-82E8-92CD42AFA581}" type="slidenum">
              <a:rPr lang="en-GB" smtClean="0"/>
              <a:pPr/>
              <a:t>3</a:t>
            </a:fld>
            <a:r>
              <a:rPr lang="en-GB"/>
              <a:t> | ENERGY SYSTEM DESCRIPTION LANGUAGE (ESDL) AND ITS APPLICATIONS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87775C-E353-4FB0-8048-2EAA3D6A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ESDL STRUCTUUR (3/5)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B3A56C-AA9F-49EF-9C4D-4DF089352AEB}"/>
              </a:ext>
            </a:extLst>
          </p:cNvPr>
          <p:cNvSpPr/>
          <p:nvPr/>
        </p:nvSpPr>
        <p:spPr>
          <a:xfrm>
            <a:off x="0" y="3417581"/>
            <a:ext cx="1997612" cy="785447"/>
          </a:xfrm>
          <a:prstGeom prst="rect">
            <a:avLst/>
          </a:prstGeom>
          <a:solidFill>
            <a:schemeClr val="lt1">
              <a:alpha val="91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7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254DFC-3205-4928-8FCC-E2FF5B80CE7A}"/>
              </a:ext>
            </a:extLst>
          </p:cNvPr>
          <p:cNvSpPr/>
          <p:nvPr/>
        </p:nvSpPr>
        <p:spPr>
          <a:xfrm>
            <a:off x="2110153" y="3417581"/>
            <a:ext cx="2145324" cy="785447"/>
          </a:xfrm>
          <a:prstGeom prst="rect">
            <a:avLst/>
          </a:prstGeom>
          <a:solidFill>
            <a:schemeClr val="lt1">
              <a:alpha val="91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7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291043-C4B9-4442-A181-C3BA8E5D170A}"/>
              </a:ext>
            </a:extLst>
          </p:cNvPr>
          <p:cNvSpPr/>
          <p:nvPr/>
        </p:nvSpPr>
        <p:spPr>
          <a:xfrm>
            <a:off x="4311747" y="3417581"/>
            <a:ext cx="1280161" cy="785447"/>
          </a:xfrm>
          <a:prstGeom prst="rect">
            <a:avLst/>
          </a:prstGeom>
          <a:solidFill>
            <a:schemeClr val="lt1">
              <a:alpha val="91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7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759D26-D63A-490C-9E66-7D81E8DDC262}"/>
              </a:ext>
            </a:extLst>
          </p:cNvPr>
          <p:cNvSpPr/>
          <p:nvPr/>
        </p:nvSpPr>
        <p:spPr>
          <a:xfrm>
            <a:off x="5648178" y="3417581"/>
            <a:ext cx="1779564" cy="785447"/>
          </a:xfrm>
          <a:prstGeom prst="rect">
            <a:avLst/>
          </a:prstGeom>
          <a:solidFill>
            <a:schemeClr val="lt1">
              <a:alpha val="91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7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D7C25F-DCAF-4EED-B06D-AE006402F111}"/>
              </a:ext>
            </a:extLst>
          </p:cNvPr>
          <p:cNvSpPr/>
          <p:nvPr/>
        </p:nvSpPr>
        <p:spPr>
          <a:xfrm>
            <a:off x="7476977" y="3417581"/>
            <a:ext cx="1695158" cy="785447"/>
          </a:xfrm>
          <a:prstGeom prst="rect">
            <a:avLst/>
          </a:prstGeom>
          <a:solidFill>
            <a:schemeClr val="lt1">
              <a:alpha val="91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700" dirty="0">
              <a:solidFill>
                <a:schemeClr val="tx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3FDED74-9010-40C6-8D51-AED49DC8590C}"/>
              </a:ext>
            </a:extLst>
          </p:cNvPr>
          <p:cNvGrpSpPr/>
          <p:nvPr/>
        </p:nvGrpSpPr>
        <p:grpSpPr>
          <a:xfrm>
            <a:off x="423136" y="784749"/>
            <a:ext cx="1366129" cy="1299155"/>
            <a:chOff x="112682" y="1938889"/>
            <a:chExt cx="1366129" cy="129915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0C0E328-C0AF-43DA-8773-6B1BF6D21A83}"/>
                </a:ext>
              </a:extLst>
            </p:cNvPr>
            <p:cNvSpPr/>
            <p:nvPr/>
          </p:nvSpPr>
          <p:spPr>
            <a:xfrm>
              <a:off x="112682" y="1938889"/>
              <a:ext cx="1365622" cy="12991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pPr algn="ctr"/>
              <a:endParaRPr lang="nl-NL" sz="7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6D30270-A7A9-4951-AF36-07B7F9437EE7}"/>
                </a:ext>
              </a:extLst>
            </p:cNvPr>
            <p:cNvSpPr/>
            <p:nvPr/>
          </p:nvSpPr>
          <p:spPr>
            <a:xfrm>
              <a:off x="206506" y="2277388"/>
              <a:ext cx="261126" cy="168406"/>
            </a:xfrm>
            <a:prstGeom prst="roundRect">
              <a:avLst/>
            </a:prstGeom>
            <a:ln w="19050"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 defTabSz="914400">
                <a:defRPr/>
              </a:pPr>
              <a:r>
                <a:rPr lang="nl-NL" sz="1050" kern="0" dirty="0">
                  <a:solidFill>
                    <a:prstClr val="white"/>
                  </a:solidFill>
                  <a:latin typeface="Calibri" panose="020F0502020204030204"/>
                </a:rPr>
                <a:t>C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5D17D699-C082-4A76-98AB-C50B8E154F1B}"/>
                </a:ext>
              </a:extLst>
            </p:cNvPr>
            <p:cNvSpPr/>
            <p:nvPr/>
          </p:nvSpPr>
          <p:spPr>
            <a:xfrm>
              <a:off x="206506" y="3004355"/>
              <a:ext cx="261126" cy="168406"/>
            </a:xfrm>
            <a:prstGeom prst="roundRect">
              <a:avLst/>
            </a:prstGeom>
            <a:ln w="19050"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/>
              <a:r>
                <a:rPr lang="nl-NL" sz="1050" kern="0" dirty="0">
                  <a:solidFill>
                    <a:prstClr val="white"/>
                  </a:solidFill>
                  <a:latin typeface="Calibri" panose="020F0502020204030204"/>
                </a:rPr>
                <a:t>T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AB549FC-D048-4BDA-A78D-B8B40B040054}"/>
                </a:ext>
              </a:extLst>
            </p:cNvPr>
            <p:cNvSpPr/>
            <p:nvPr/>
          </p:nvSpPr>
          <p:spPr>
            <a:xfrm>
              <a:off x="206506" y="2519711"/>
              <a:ext cx="261126" cy="168406"/>
            </a:xfrm>
            <a:prstGeom prst="roundRect">
              <a:avLst/>
            </a:prstGeom>
            <a:solidFill>
              <a:srgbClr val="B574BA"/>
            </a:solidFill>
            <a:ln w="19050">
              <a:solidFill>
                <a:srgbClr val="7030A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/>
              <a:r>
                <a:rPr lang="nl-NL" sz="1050" kern="0" dirty="0">
                  <a:solidFill>
                    <a:prstClr val="white"/>
                  </a:solidFill>
                  <a:latin typeface="Calibri" panose="020F0502020204030204"/>
                </a:rPr>
                <a:t>Cv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1599EEE-735E-4692-80C4-D23EB74E9E15}"/>
                </a:ext>
              </a:extLst>
            </p:cNvPr>
            <p:cNvSpPr/>
            <p:nvPr/>
          </p:nvSpPr>
          <p:spPr>
            <a:xfrm>
              <a:off x="206506" y="2035065"/>
              <a:ext cx="261126" cy="168406"/>
            </a:xfrm>
            <a:prstGeom prst="roundRect">
              <a:avLst/>
            </a:prstGeom>
            <a:ln w="19050"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5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7AFFD71-9D7D-4E71-A039-6DE7D10DBC5D}"/>
                </a:ext>
              </a:extLst>
            </p:cNvPr>
            <p:cNvSpPr/>
            <p:nvPr/>
          </p:nvSpPr>
          <p:spPr>
            <a:xfrm>
              <a:off x="206506" y="2762034"/>
              <a:ext cx="261126" cy="168406"/>
            </a:xfrm>
            <a:prstGeom prst="roundRect">
              <a:avLst/>
            </a:prstGeom>
            <a:ln w="19050"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/>
              <a:r>
                <a:rPr lang="nl-NL" sz="1050" kern="0" dirty="0">
                  <a:solidFill>
                    <a:prstClr val="white"/>
                  </a:solidFill>
                  <a:latin typeface="Calibri" panose="020F0502020204030204"/>
                </a:rPr>
                <a:t>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A50FDEB-8F32-4C48-A04E-E0E78847983F}"/>
                </a:ext>
              </a:extLst>
            </p:cNvPr>
            <p:cNvSpPr txBox="1"/>
            <p:nvPr/>
          </p:nvSpPr>
          <p:spPr>
            <a:xfrm>
              <a:off x="462186" y="1991549"/>
              <a:ext cx="1016625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nl-NL" sz="1100" dirty="0"/>
                <a:t>Production</a:t>
              </a:r>
            </a:p>
            <a:p>
              <a:pPr>
                <a:spcBef>
                  <a:spcPts val="600"/>
                </a:spcBef>
              </a:pPr>
              <a:r>
                <a:rPr lang="nl-NL" sz="1100" dirty="0" err="1"/>
                <a:t>Consumption</a:t>
              </a:r>
              <a:endParaRPr lang="nl-NL" sz="1100" dirty="0"/>
            </a:p>
            <a:p>
              <a:pPr>
                <a:spcBef>
                  <a:spcPts val="600"/>
                </a:spcBef>
              </a:pPr>
              <a:r>
                <a:rPr lang="nl-NL" sz="1100" dirty="0"/>
                <a:t>Conversion</a:t>
              </a:r>
            </a:p>
            <a:p>
              <a:pPr>
                <a:spcBef>
                  <a:spcPts val="600"/>
                </a:spcBef>
              </a:pPr>
              <a:r>
                <a:rPr lang="nl-NL" sz="1100" dirty="0"/>
                <a:t>Storage</a:t>
              </a:r>
            </a:p>
            <a:p>
              <a:pPr>
                <a:spcBef>
                  <a:spcPts val="600"/>
                </a:spcBef>
              </a:pPr>
              <a:r>
                <a:rPr lang="nl-NL" sz="1100" dirty="0"/>
                <a:t>Transport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711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ABE2A-969C-4182-B18B-625F143D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12 march 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E72D4-3791-40DE-97BB-F8220122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7921F1-EBA1-4ED5-82E8-92CD42AFA581}" type="slidenum">
              <a:rPr lang="en-GB" smtClean="0"/>
              <a:pPr/>
              <a:t>4</a:t>
            </a:fld>
            <a:r>
              <a:rPr lang="en-GB"/>
              <a:t> | ENERGY SYSTEM DESCRIPTION LANGUAGE (ESDL) AND ITS APPLICATIONS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87775C-E353-4FB0-8048-2EAA3D6A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ESDL STRUCTUUR (4/5)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6415072-DCA6-44E5-9A58-71CCBB48FD69}"/>
              </a:ext>
            </a:extLst>
          </p:cNvPr>
          <p:cNvGrpSpPr/>
          <p:nvPr/>
        </p:nvGrpSpPr>
        <p:grpSpPr>
          <a:xfrm>
            <a:off x="236085" y="742753"/>
            <a:ext cx="4893359" cy="3792234"/>
            <a:chOff x="611944" y="742753"/>
            <a:chExt cx="4893359" cy="379223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4B60530-DC1C-4C13-976D-B07F7898CE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909"/>
            <a:stretch/>
          </p:blipFill>
          <p:spPr>
            <a:xfrm>
              <a:off x="611944" y="742753"/>
              <a:ext cx="4893359" cy="376237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FB3A56C-AA9F-49EF-9C4D-4DF089352AEB}"/>
                </a:ext>
              </a:extLst>
            </p:cNvPr>
            <p:cNvSpPr/>
            <p:nvPr/>
          </p:nvSpPr>
          <p:spPr>
            <a:xfrm>
              <a:off x="611945" y="3643533"/>
              <a:ext cx="2658792" cy="891454"/>
            </a:xfrm>
            <a:prstGeom prst="rect">
              <a:avLst/>
            </a:prstGeom>
            <a:solidFill>
              <a:schemeClr val="lt1">
                <a:alpha val="91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DB6FFC-2C9D-4B2E-B733-F5D7962E896D}"/>
              </a:ext>
            </a:extLst>
          </p:cNvPr>
          <p:cNvGrpSpPr/>
          <p:nvPr/>
        </p:nvGrpSpPr>
        <p:grpSpPr>
          <a:xfrm>
            <a:off x="4281148" y="1144045"/>
            <a:ext cx="4773698" cy="3249520"/>
            <a:chOff x="4281148" y="1144045"/>
            <a:chExt cx="4773698" cy="32495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B92C621-7B56-4D4F-BB34-56824033D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7264" y="1655516"/>
              <a:ext cx="632141" cy="58516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9CDDC78-3445-4B93-9011-3E8D7F66E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82946" y="2536190"/>
              <a:ext cx="3771900" cy="18573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90269C-30A0-493B-9E2E-5AC6FE59C7EB}"/>
                </a:ext>
              </a:extLst>
            </p:cNvPr>
            <p:cNvSpPr/>
            <p:nvPr/>
          </p:nvSpPr>
          <p:spPr>
            <a:xfrm>
              <a:off x="5494734" y="1852613"/>
              <a:ext cx="97631" cy="9525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algn="ctr"/>
              <a:endParaRPr lang="nl-NL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3A5DB31-3E23-46BD-A953-7FBA5EFF23B0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5592365" y="1900238"/>
              <a:ext cx="2110185" cy="377108"/>
            </a:xfrm>
            <a:prstGeom prst="line">
              <a:avLst/>
            </a:prstGeom>
            <a:ln w="28575">
              <a:solidFill>
                <a:srgbClr val="0070C0"/>
              </a:solidFill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7A7C4E9-9C10-4155-9CB8-32ECD396E922}"/>
                </a:ext>
              </a:extLst>
            </p:cNvPr>
            <p:cNvSpPr/>
            <p:nvPr/>
          </p:nvSpPr>
          <p:spPr>
            <a:xfrm>
              <a:off x="6026976" y="1144045"/>
              <a:ext cx="900113" cy="209821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algn="ctr"/>
              <a:r>
                <a:rPr lang="nl-NL" sz="700" dirty="0">
                  <a:solidFill>
                    <a:schemeClr val="tx1"/>
                  </a:solidFill>
                </a:rPr>
                <a:t>Carrier - Electricity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AD74F5F-F7FA-4902-AA71-59FC47064AE9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H="1" flipV="1">
              <a:off x="5543550" y="1947863"/>
              <a:ext cx="279400" cy="56911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99C8392-5D69-4C8E-90D8-EEA4EC5D12FA}"/>
                </a:ext>
              </a:extLst>
            </p:cNvPr>
            <p:cNvCxnSpPr>
              <a:cxnSpLocks/>
              <a:stCxn id="18" idx="1"/>
              <a:endCxn id="9" idx="0"/>
            </p:cNvCxnSpPr>
            <p:nvPr/>
          </p:nvCxnSpPr>
          <p:spPr>
            <a:xfrm flipH="1">
              <a:off x="5543550" y="1248956"/>
              <a:ext cx="483426" cy="603657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BE11B90-CDE5-4A83-9F69-5526B23CEA66}"/>
                </a:ext>
              </a:extLst>
            </p:cNvPr>
            <p:cNvSpPr txBox="1"/>
            <p:nvPr/>
          </p:nvSpPr>
          <p:spPr>
            <a:xfrm rot="537562">
              <a:off x="6938381" y="1988764"/>
              <a:ext cx="70243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700" dirty="0" err="1"/>
                <a:t>connectedTo</a:t>
              </a:r>
              <a:endParaRPr lang="nl-NL" sz="7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49EF995-8F81-4AD8-B12E-FF1EEA72332E}"/>
                </a:ext>
              </a:extLst>
            </p:cNvPr>
            <p:cNvSpPr txBox="1"/>
            <p:nvPr/>
          </p:nvSpPr>
          <p:spPr>
            <a:xfrm>
              <a:off x="4281148" y="1769433"/>
              <a:ext cx="8050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100" dirty="0" err="1"/>
                <a:t>SolarPark</a:t>
              </a:r>
              <a:endParaRPr lang="nl-NL" sz="11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C4CE981-4615-4555-B67A-AECEC53FB30A}"/>
                </a:ext>
              </a:extLst>
            </p:cNvPr>
            <p:cNvSpPr txBox="1"/>
            <p:nvPr/>
          </p:nvSpPr>
          <p:spPr>
            <a:xfrm>
              <a:off x="5634826" y="1665607"/>
              <a:ext cx="6687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100" dirty="0" err="1"/>
                <a:t>OutPort</a:t>
              </a:r>
              <a:endParaRPr lang="nl-NL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8941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ABE2A-969C-4182-B18B-625F143D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12 march 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E72D4-3791-40DE-97BB-F8220122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57921F1-EBA1-4ED5-82E8-92CD42AFA581}" type="slidenum">
              <a:rPr lang="en-GB" smtClean="0"/>
              <a:pPr/>
              <a:t>5</a:t>
            </a:fld>
            <a:r>
              <a:rPr lang="en-GB"/>
              <a:t> | ENERGY SYSTEM DESCRIPTION LANGUAGE (ESDL) AND ITS APPLICATIONS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87775C-E353-4FB0-8048-2EAA3D6A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ESDL STRUCTUUR (5/5)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292AC-3D7E-44F6-AB10-502A0D91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2750"/>
            <a:ext cx="9144000" cy="253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2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NO">
  <a:themeElements>
    <a:clrScheme name="Aangepast 2">
      <a:dk1>
        <a:sysClr val="windowText" lastClr="000000"/>
      </a:dk1>
      <a:lt1>
        <a:sysClr val="window" lastClr="FFFFFF"/>
      </a:lt1>
      <a:dk2>
        <a:srgbClr val="71A4C3"/>
      </a:dk2>
      <a:lt2>
        <a:srgbClr val="9C9C9C"/>
      </a:lt2>
      <a:accent1>
        <a:srgbClr val="ED8000"/>
      </a:accent1>
      <a:accent2>
        <a:srgbClr val="CB1325"/>
      </a:accent2>
      <a:accent3>
        <a:srgbClr val="FFCB00"/>
      </a:accent3>
      <a:accent4>
        <a:srgbClr val="649EC9"/>
      </a:accent4>
      <a:accent5>
        <a:srgbClr val="D6277A"/>
      </a:accent5>
      <a:accent6>
        <a:srgbClr val="93A800"/>
      </a:accent6>
      <a:hlink>
        <a:srgbClr val="71A4C3"/>
      </a:hlink>
      <a:folHlink>
        <a:srgbClr val="71A4C3"/>
      </a:folHlink>
    </a:clrScheme>
    <a:fontScheme name="TNO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lIns="36000" tIns="36000" rIns="36000" bIns="36000" rtlCol="0" anchor="t"/>
      <a:lstStyle>
        <a:defPPr>
          <a:defRPr sz="700" dirty="0" smtClean="0">
            <a:solidFill>
              <a:schemeClr val="tx1"/>
            </a:solidFill>
          </a:defRPr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4"/>
        </a:lnRef>
        <a:fillRef idx="0">
          <a:schemeClr val="accent4"/>
        </a:fillRef>
        <a:effectRef idx="0">
          <a:schemeClr val="accent4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1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ED4923F84F15479B9DB10F2F45E16D" ma:contentTypeVersion="12" ma:contentTypeDescription="Create a new document." ma:contentTypeScope="" ma:versionID="b86431c9a2edbdb526031c833050877e">
  <xsd:schema xmlns:xsd="http://www.w3.org/2001/XMLSchema" xmlns:xs="http://www.w3.org/2001/XMLSchema" xmlns:p="http://schemas.microsoft.com/office/2006/metadata/properties" xmlns:ns3="fc1a167c-3770-4b5a-8e35-679da3c2d70e" xmlns:ns4="65a40ca3-8a26-4cd9-98bf-a842c74e886e" targetNamespace="http://schemas.microsoft.com/office/2006/metadata/properties" ma:root="true" ma:fieldsID="0bb577c95b42918f2b62b777902f5782" ns3:_="" ns4:_="">
    <xsd:import namespace="fc1a167c-3770-4b5a-8e35-679da3c2d70e"/>
    <xsd:import namespace="65a40ca3-8a26-4cd9-98bf-a842c74e886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1a167c-3770-4b5a-8e35-679da3c2d70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0ca3-8a26-4cd9-98bf-a842c74e88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A4C01B-D9F8-4566-8143-45501EEAC5D9}">
  <ds:schemaRefs>
    <ds:schemaRef ds:uri="http://schemas.microsoft.com/office/2006/documentManagement/types"/>
    <ds:schemaRef ds:uri="http://purl.org/dc/dcmitype/"/>
    <ds:schemaRef ds:uri="fc1a167c-3770-4b5a-8e35-679da3c2d70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65a40ca3-8a26-4cd9-98bf-a842c74e886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21E4E15-32F4-45DE-A296-9D5E4E0E3C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1a167c-3770-4b5a-8e35-679da3c2d70e"/>
    <ds:schemaRef ds:uri="65a40ca3-8a26-4cd9-98bf-a842c74e88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F941FB-A8B7-4E33-B3AC-A63EF22307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TNO_16_9</Template>
  <TotalTime>23794</TotalTime>
  <Words>133</Words>
  <Application>Microsoft Office PowerPoint</Application>
  <PresentationFormat>On-screen Show (16:9)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TNO</vt:lpstr>
      <vt:lpstr>ESDL STRUCTUUR (1/5)</vt:lpstr>
      <vt:lpstr>ESDL STRUCTUUR (2/5)</vt:lpstr>
      <vt:lpstr>ESDL STRUCTUUR (3/5)</vt:lpstr>
      <vt:lpstr>ESDL STRUCTUUR (4/5)</vt:lpstr>
      <vt:lpstr>ESDL STRUCTUUR (5/5)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Edwin Matthijssen</dc:creator>
  <cp:lastModifiedBy>Matthijssen, E.F. (Edwin)</cp:lastModifiedBy>
  <cp:revision>385</cp:revision>
  <cp:lastPrinted>2020-01-14T10:19:16Z</cp:lastPrinted>
  <dcterms:created xsi:type="dcterms:W3CDTF">2017-05-19T07:38:43Z</dcterms:created>
  <dcterms:modified xsi:type="dcterms:W3CDTF">2020-03-12T13:08:17Z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_Template">
    <vt:lpwstr>TNO_169</vt:lpwstr>
  </property>
  <property fmtid="{D5CDD505-2E9C-101B-9397-08002B2CF9AE}" pid="3" name="do_LanguageID">
    <vt:lpwstr>2057</vt:lpwstr>
  </property>
  <property fmtid="{D5CDD505-2E9C-101B-9397-08002B2CF9AE}" pid="4" name="do_Title">
    <vt:lpwstr>ENERGY SYSTEM DESCRIPTION LANGUAGE (ESDL) AND ITS APPLICATIONS</vt:lpwstr>
  </property>
  <property fmtid="{D5CDD505-2E9C-101B-9397-08002B2CF9AE}" pid="5" name="do_Subtitle">
    <vt:lpwstr/>
  </property>
  <property fmtid="{D5CDD505-2E9C-101B-9397-08002B2CF9AE}" pid="6" name="do_Speaker">
    <vt:lpwstr>Edwin Matthijssen</vt:lpwstr>
  </property>
  <property fmtid="{D5CDD505-2E9C-101B-9397-08002B2CF9AE}" pid="7" name="do_Date">
    <vt:lpwstr>True</vt:lpwstr>
  </property>
  <property fmtid="{D5CDD505-2E9C-101B-9397-08002B2CF9AE}" pid="8" name="do_DateHandout">
    <vt:lpwstr>True</vt:lpwstr>
  </property>
  <property fmtid="{D5CDD505-2E9C-101B-9397-08002B2CF9AE}" pid="9" name="do_DateValue">
    <vt:lpwstr>24-01-2020</vt:lpwstr>
  </property>
  <property fmtid="{D5CDD505-2E9C-101B-9397-08002B2CF9AE}" pid="10" name="do_SlideNumber">
    <vt:lpwstr>True</vt:lpwstr>
  </property>
  <property fmtid="{D5CDD505-2E9C-101B-9397-08002B2CF9AE}" pid="11" name="do_SlideNumberHandout">
    <vt:lpwstr>True</vt:lpwstr>
  </property>
  <property fmtid="{D5CDD505-2E9C-101B-9397-08002B2CF9AE}" pid="12" name="do_Language">
    <vt:lpwstr>2057</vt:lpwstr>
  </property>
  <property fmtid="{D5CDD505-2E9C-101B-9397-08002B2CF9AE}" pid="13" name="ContentTypeId">
    <vt:lpwstr>0x0101001AED4923F84F15479B9DB10F2F45E16D</vt:lpwstr>
  </property>
  <property fmtid="{D5CDD505-2E9C-101B-9397-08002B2CF9AE}" pid="14" name="TNOC_DocumentClassification">
    <vt:lpwstr>5;#TNO Internal|1a23c89f-ef54-4907-86fd-8242403ff722</vt:lpwstr>
  </property>
  <property fmtid="{D5CDD505-2E9C-101B-9397-08002B2CF9AE}" pid="15" name="TNOC_DocumentType">
    <vt:lpwstr/>
  </property>
  <property fmtid="{D5CDD505-2E9C-101B-9397-08002B2CF9AE}" pid="16" name="TNOC_ClusterType">
    <vt:lpwstr>3;#Team|c614ed86-6527-4042-aa9d-da80e2b69463</vt:lpwstr>
  </property>
  <property fmtid="{D5CDD505-2E9C-101B-9397-08002B2CF9AE}" pid="17" name="TNOC_DocumentCategory">
    <vt:lpwstr/>
  </property>
  <property fmtid="{D5CDD505-2E9C-101B-9397-08002B2CF9AE}" pid="18" name="_dlc_DocIdItemGuid">
    <vt:lpwstr>e76060fc-b97d-4077-90d9-41ca0120001f</vt:lpwstr>
  </property>
  <property fmtid="{D5CDD505-2E9C-101B-9397-08002B2CF9AE}" pid="19" name="TNOC_DocumentSetType">
    <vt:lpwstr/>
  </property>
</Properties>
</file>